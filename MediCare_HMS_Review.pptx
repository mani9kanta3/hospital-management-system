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9"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9" r:id="rId14"/>
    <p:sldId id="268" r:id="rId15"/>
    <p:sldId id="271" r:id="rId16"/>
    <p:sldId id="272" r:id="rId17"/>
  </p:sldIdLst>
  <p:sldSz cx="12192000" cy="6858000"/>
  <p:notesSz cx="6858000" cy="12192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7916D582-9F6A-49A3-8516-40ACD388D690}">
  <a:tblStyle styleId="{7916D582-9F6A-49A3-8516-40ACD388D690}"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75" d="100"/>
          <a:sy n="75" d="100"/>
        </p:scale>
        <p:origin x="874" y="43"/>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
        <p:cNvGrpSpPr/>
        <p:nvPr/>
      </p:nvGrpSpPr>
      <p:grpSpPr>
        <a:xfrm>
          <a:off x="0" y="0"/>
          <a:ext cx="0" cy="0"/>
          <a:chOff x="0" y="0"/>
          <a:chExt cx="0" cy="0"/>
        </a:xfrm>
      </p:grpSpPr>
      <p:sp>
        <p:nvSpPr>
          <p:cNvPr id="12" name="Google Shape;12;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 name="Google Shape;13;p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4" name="Google Shape;14;p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
        <p:cNvGrpSpPr/>
        <p:nvPr/>
      </p:nvGrpSpPr>
      <p:grpSpPr>
        <a:xfrm>
          <a:off x="0" y="0"/>
          <a:ext cx="0" cy="0"/>
          <a:chOff x="0" y="0"/>
          <a:chExt cx="0" cy="0"/>
        </a:xfrm>
      </p:grpSpPr>
      <p:sp>
        <p:nvSpPr>
          <p:cNvPr id="26" name="Google Shape;26;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7" name="Google Shape;27;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We are a team of three. Work was divided module wise so that all of us could work in parallel.</a:t>
            </a:r>
            <a:endParaRPr/>
          </a:p>
        </p:txBody>
      </p:sp>
      <p:sp>
        <p:nvSpPr>
          <p:cNvPr id="28" name="Google Shape;28;p2: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2" name="Google Shape;52;p3: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In most small hospitals everything is still manual. We wanted to solve the booking and record keeping part using a simple website.</a:t>
            </a:r>
            <a:endParaRPr/>
          </a:p>
        </p:txBody>
      </p:sp>
      <p:sp>
        <p:nvSpPr>
          <p:cNvPr id="53" name="Google Shape;53;p3: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
        <p:cNvGrpSpPr/>
        <p:nvPr/>
      </p:nvGrpSpPr>
      <p:grpSpPr>
        <a:xfrm>
          <a:off x="0" y="0"/>
          <a:ext cx="0" cy="0"/>
          <a:chOff x="0" y="0"/>
          <a:chExt cx="0" cy="0"/>
        </a:xfrm>
      </p:grpSpPr>
      <p:sp>
        <p:nvSpPr>
          <p:cNvPr id="73" name="Google Shape;73;p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4" name="Google Shape;74;p4: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We kept the scope realistic for one semester. Payment and database are in our future scope.</a:t>
            </a:r>
            <a:endParaRPr/>
          </a:p>
        </p:txBody>
      </p:sp>
      <p:sp>
        <p:nvSpPr>
          <p:cNvPr id="75" name="Google Shape;75;p4: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
        <p:cNvGrpSpPr/>
        <p:nvPr/>
      </p:nvGrpSpPr>
      <p:grpSpPr>
        <a:xfrm>
          <a:off x="0" y="0"/>
          <a:ext cx="0" cy="0"/>
          <a:chOff x="0" y="0"/>
          <a:chExt cx="0" cy="0"/>
        </a:xfrm>
      </p:grpSpPr>
      <p:sp>
        <p:nvSpPr>
          <p:cNvPr id="87" name="Google Shape;87;p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8" name="Google Shape;88;p5: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SDLC is the standard set of phases. Planning, requirements, design, coding, testing, deployment and maintenance.</a:t>
            </a:r>
            <a:endParaRPr/>
          </a:p>
        </p:txBody>
      </p:sp>
      <p:sp>
        <p:nvSpPr>
          <p:cNvPr id="89" name="Google Shape;89;p5: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p:cNvGrpSpPr/>
        <p:nvPr/>
      </p:nvGrpSpPr>
      <p:grpSpPr>
        <a:xfrm>
          <a:off x="0" y="0"/>
          <a:ext cx="0" cy="0"/>
          <a:chOff x="0" y="0"/>
          <a:chExt cx="0" cy="0"/>
        </a:xfrm>
      </p:grpSpPr>
      <p:sp>
        <p:nvSpPr>
          <p:cNvPr id="130" name="Google Shape;130;p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1" name="Google Shape;131;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In Agile we work in short cycles called sprints. After every sprint we have something working that we can show.</a:t>
            </a:r>
            <a:endParaRPr/>
          </a:p>
        </p:txBody>
      </p:sp>
      <p:sp>
        <p:nvSpPr>
          <p:cNvPr id="132" name="Google Shape;132;p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3"/>
        <p:cNvGrpSpPr/>
        <p:nvPr/>
      </p:nvGrpSpPr>
      <p:grpSpPr>
        <a:xfrm>
          <a:off x="0" y="0"/>
          <a:ext cx="0" cy="0"/>
          <a:chOff x="0" y="0"/>
          <a:chExt cx="0" cy="0"/>
        </a:xfrm>
      </p:grpSpPr>
      <p:sp>
        <p:nvSpPr>
          <p:cNvPr id="154" name="Google Shape;154;p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55" name="Google Shape;155;p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This slide is important. Explain that requirements changed mid project and Agile handled it easily.</a:t>
            </a:r>
            <a:endParaRPr/>
          </a:p>
        </p:txBody>
      </p:sp>
      <p:sp>
        <p:nvSpPr>
          <p:cNvPr id="156" name="Google Shape;156;p7: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7</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3"/>
        <p:cNvGrpSpPr/>
        <p:nvPr/>
      </p:nvGrpSpPr>
      <p:grpSpPr>
        <a:xfrm>
          <a:off x="0" y="0"/>
          <a:ext cx="0" cy="0"/>
          <a:chOff x="0" y="0"/>
          <a:chExt cx="0" cy="0"/>
        </a:xfrm>
      </p:grpSpPr>
      <p:sp>
        <p:nvSpPr>
          <p:cNvPr id="164" name="Google Shape;164;p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65" name="Google Shape;165;p8: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Functional means what the system does. Non functional means how it behaves, like speed and responsiveness.</a:t>
            </a:r>
            <a:endParaRPr/>
          </a:p>
        </p:txBody>
      </p:sp>
      <p:sp>
        <p:nvSpPr>
          <p:cNvPr id="166" name="Google Shape;166;p8: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8</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0"/>
        <p:cNvGrpSpPr/>
        <p:nvPr/>
      </p:nvGrpSpPr>
      <p:grpSpPr>
        <a:xfrm>
          <a:off x="0" y="0"/>
          <a:ext cx="0" cy="0"/>
          <a:chOff x="0" y="0"/>
          <a:chExt cx="0" cy="0"/>
        </a:xfrm>
      </p:grpSpPr>
      <p:sp>
        <p:nvSpPr>
          <p:cNvPr id="181" name="Google Shape;181;p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82" name="Google Shape;182;p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We kept one colour scheme across all pages so the site looks consistent.</a:t>
            </a:r>
            <a:endParaRPr/>
          </a:p>
        </p:txBody>
      </p:sp>
      <p:sp>
        <p:nvSpPr>
          <p:cNvPr id="183" name="Google Shape;183;p9: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9</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7"/>
        <p:cNvGrpSpPr/>
        <p:nvPr/>
      </p:nvGrpSpPr>
      <p:grpSpPr>
        <a:xfrm>
          <a:off x="0" y="0"/>
          <a:ext cx="0" cy="0"/>
          <a:chOff x="0" y="0"/>
          <a:chExt cx="0" cy="0"/>
        </a:xfrm>
      </p:grpSpPr>
      <p:sp>
        <p:nvSpPr>
          <p:cNvPr id="218" name="Google Shape;218;p1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19" name="Google Shape;219;p10: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Each tool was picked for a reason. Bootstrap saved us a lot of time on responsiveness.</a:t>
            </a:r>
            <a:endParaRPr/>
          </a:p>
        </p:txBody>
      </p:sp>
      <p:sp>
        <p:nvSpPr>
          <p:cNvPr id="220" name="Google Shape;220;p10: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10</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2"/>
        <p:cNvGrpSpPr/>
        <p:nvPr/>
      </p:nvGrpSpPr>
      <p:grpSpPr>
        <a:xfrm>
          <a:off x="0" y="0"/>
          <a:ext cx="0" cy="0"/>
          <a:chOff x="0" y="0"/>
          <a:chExt cx="0" cy="0"/>
        </a:xfrm>
      </p:grpSpPr>
      <p:sp>
        <p:nvSpPr>
          <p:cNvPr id="243" name="Google Shape;243;p1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44" name="Google Shape;244;p1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Switch to the browser here. Walk through the full flow. Do not read the slide.</a:t>
            </a:r>
            <a:endParaRPr/>
          </a:p>
        </p:txBody>
      </p:sp>
      <p:sp>
        <p:nvSpPr>
          <p:cNvPr id="245" name="Google Shape;245;p1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11</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6"/>
        <p:cNvGrpSpPr/>
        <p:nvPr/>
      </p:nvGrpSpPr>
      <p:grpSpPr>
        <a:xfrm>
          <a:off x="0" y="0"/>
          <a:ext cx="0" cy="0"/>
          <a:chOff x="0" y="0"/>
          <a:chExt cx="0" cy="0"/>
        </a:xfrm>
      </p:grpSpPr>
      <p:sp>
        <p:nvSpPr>
          <p:cNvPr id="267" name="Google Shape;267;p1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68" name="Google Shape;268;p1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Open DevTools and resize live. Show the navbar collapsing into hamburger at mobile size.</a:t>
            </a:r>
            <a:endParaRPr/>
          </a:p>
        </p:txBody>
      </p:sp>
      <p:sp>
        <p:nvSpPr>
          <p:cNvPr id="269" name="Google Shape;269;p12: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12</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1"/>
        <p:cNvGrpSpPr/>
        <p:nvPr/>
      </p:nvGrpSpPr>
      <p:grpSpPr>
        <a:xfrm>
          <a:off x="0" y="0"/>
          <a:ext cx="0" cy="0"/>
          <a:chOff x="0" y="0"/>
          <a:chExt cx="0" cy="0"/>
        </a:xfrm>
      </p:grpSpPr>
      <p:sp>
        <p:nvSpPr>
          <p:cNvPr id="322" name="Google Shape;322;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23" name="Google Shape;323;p14: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Open the live link in a new tab before the review so it is already loaded.</a:t>
            </a:r>
            <a:endParaRPr/>
          </a:p>
        </p:txBody>
      </p:sp>
      <p:sp>
        <p:nvSpPr>
          <p:cNvPr id="324" name="Google Shape;324;p14: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13</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88" name="Google Shape;288;p13: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Open VS Code. Go file by file in this order. Keep it short, around two minutes.</a:t>
            </a:r>
            <a:endParaRPr/>
          </a:p>
        </p:txBody>
      </p:sp>
      <p:sp>
        <p:nvSpPr>
          <p:cNvPr id="289" name="Google Shape;289;p13: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14</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8"/>
        <p:cNvGrpSpPr/>
        <p:nvPr/>
      </p:nvGrpSpPr>
      <p:grpSpPr>
        <a:xfrm>
          <a:off x="0" y="0"/>
          <a:ext cx="0" cy="0"/>
          <a:chOff x="0" y="0"/>
          <a:chExt cx="0" cy="0"/>
        </a:xfrm>
      </p:grpSpPr>
      <p:sp>
        <p:nvSpPr>
          <p:cNvPr id="359" name="Google Shape;359;p1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60" name="Google Shape;360;p1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Say clearly that JSON is temporary and Python Flask or Django backend is the immediate next step.</a:t>
            </a:r>
            <a:endParaRPr/>
          </a:p>
        </p:txBody>
      </p:sp>
      <p:sp>
        <p:nvSpPr>
          <p:cNvPr id="361" name="Google Shape;361;p1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15</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5"/>
        <p:cNvGrpSpPr/>
        <p:nvPr/>
      </p:nvGrpSpPr>
      <p:grpSpPr>
        <a:xfrm>
          <a:off x="0" y="0"/>
          <a:ext cx="0" cy="0"/>
          <a:chOff x="0" y="0"/>
          <a:chExt cx="0" cy="0"/>
        </a:xfrm>
      </p:grpSpPr>
      <p:sp>
        <p:nvSpPr>
          <p:cNvPr id="386" name="Google Shape;386;p1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87" name="Google Shape;387;p1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Thank you ma'am. We are happy to answer any questions.</a:t>
            </a:r>
            <a:endParaRPr/>
          </a:p>
        </p:txBody>
      </p:sp>
      <p:sp>
        <p:nvSpPr>
          <p:cNvPr id="388" name="Google Shape;388;p17: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16</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Shape 9"/>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48"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42047"/>
        </a:solidFill>
        <a:effectLst/>
      </p:bgPr>
    </p:bg>
    <p:spTree>
      <p:nvGrpSpPr>
        <p:cNvPr id="1" name="Shape 15"/>
        <p:cNvGrpSpPr/>
        <p:nvPr/>
      </p:nvGrpSpPr>
      <p:grpSpPr>
        <a:xfrm>
          <a:off x="0" y="0"/>
          <a:ext cx="0" cy="0"/>
          <a:chOff x="0" y="0"/>
          <a:chExt cx="0" cy="0"/>
        </a:xfrm>
      </p:grpSpPr>
      <p:sp>
        <p:nvSpPr>
          <p:cNvPr id="16" name="Google Shape;16;p3"/>
          <p:cNvSpPr/>
          <p:nvPr/>
        </p:nvSpPr>
        <p:spPr>
          <a:xfrm>
            <a:off x="9692640" y="-1371600"/>
            <a:ext cx="4206240" cy="4206240"/>
          </a:xfrm>
          <a:prstGeom prst="ellipse">
            <a:avLst/>
          </a:prstGeom>
          <a:solidFill>
            <a:srgbClr val="0A305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17;p3"/>
          <p:cNvSpPr/>
          <p:nvPr/>
        </p:nvSpPr>
        <p:spPr>
          <a:xfrm>
            <a:off x="-1280160" y="4663440"/>
            <a:ext cx="3291840" cy="3291840"/>
          </a:xfrm>
          <a:prstGeom prst="ellipse">
            <a:avLst/>
          </a:prstGeom>
          <a:solidFill>
            <a:srgbClr val="0A305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18;p3"/>
          <p:cNvSpPr/>
          <p:nvPr/>
        </p:nvSpPr>
        <p:spPr>
          <a:xfrm>
            <a:off x="640080" y="1234440"/>
            <a:ext cx="868680" cy="868680"/>
          </a:xfrm>
          <a:prstGeom prst="ellipse">
            <a:avLst/>
          </a:prstGeom>
          <a:solidFill>
            <a:srgbClr val="0D6EF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19;p3"/>
          <p:cNvSpPr/>
          <p:nvPr/>
        </p:nvSpPr>
        <p:spPr>
          <a:xfrm>
            <a:off x="640080" y="1234440"/>
            <a:ext cx="868680" cy="86868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4000"/>
              <a:buFont typeface="Calibri"/>
              <a:buNone/>
            </a:pPr>
            <a:r>
              <a:rPr lang="en-US" sz="4000" b="1" i="0" u="none" strike="noStrike" cap="none">
                <a:solidFill>
                  <a:srgbClr val="FFFFFF"/>
                </a:solidFill>
                <a:latin typeface="Calibri"/>
                <a:ea typeface="Calibri"/>
                <a:cs typeface="Calibri"/>
                <a:sym typeface="Calibri"/>
              </a:rPr>
              <a:t>+</a:t>
            </a:r>
            <a:endParaRPr sz="4000" b="0" i="0" u="none" strike="noStrike" cap="none">
              <a:solidFill>
                <a:schemeClr val="dk1"/>
              </a:solidFill>
              <a:latin typeface="Calibri"/>
              <a:ea typeface="Calibri"/>
              <a:cs typeface="Calibri"/>
              <a:sym typeface="Calibri"/>
            </a:endParaRPr>
          </a:p>
        </p:txBody>
      </p:sp>
      <p:sp>
        <p:nvSpPr>
          <p:cNvPr id="20" name="Google Shape;20;p3"/>
          <p:cNvSpPr/>
          <p:nvPr/>
        </p:nvSpPr>
        <p:spPr>
          <a:xfrm>
            <a:off x="640080" y="2286000"/>
            <a:ext cx="8686800" cy="8229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4600"/>
              <a:buFont typeface="Cambria"/>
              <a:buNone/>
            </a:pPr>
            <a:r>
              <a:rPr lang="en-US" sz="4600" b="1" i="0" u="none" strike="noStrike" cap="none">
                <a:solidFill>
                  <a:srgbClr val="FFFFFF"/>
                </a:solidFill>
                <a:latin typeface="Cambria"/>
                <a:ea typeface="Cambria"/>
                <a:cs typeface="Cambria"/>
                <a:sym typeface="Cambria"/>
              </a:rPr>
              <a:t>MediCare Hospital</a:t>
            </a:r>
            <a:endParaRPr sz="4600" b="0" i="0" u="none" strike="noStrike" cap="none">
              <a:solidFill>
                <a:schemeClr val="dk1"/>
              </a:solidFill>
              <a:latin typeface="Calibri"/>
              <a:ea typeface="Calibri"/>
              <a:cs typeface="Calibri"/>
              <a:sym typeface="Calibri"/>
            </a:endParaRPr>
          </a:p>
        </p:txBody>
      </p:sp>
      <p:sp>
        <p:nvSpPr>
          <p:cNvPr id="21" name="Google Shape;21;p3"/>
          <p:cNvSpPr/>
          <p:nvPr/>
        </p:nvSpPr>
        <p:spPr>
          <a:xfrm>
            <a:off x="640080" y="3063240"/>
            <a:ext cx="8686800" cy="5486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CEEFF"/>
              </a:buClr>
              <a:buSzPts val="2600"/>
              <a:buFont typeface="Cambria"/>
              <a:buNone/>
            </a:pPr>
            <a:r>
              <a:rPr lang="en-US" sz="2600" b="0" i="0" u="none" strike="noStrike" cap="none">
                <a:solidFill>
                  <a:srgbClr val="DCEEFF"/>
                </a:solidFill>
                <a:latin typeface="Cambria"/>
                <a:ea typeface="Cambria"/>
                <a:cs typeface="Cambria"/>
                <a:sym typeface="Cambria"/>
              </a:rPr>
              <a:t>Hospital Management System</a:t>
            </a:r>
            <a:endParaRPr sz="2600" b="0" i="0" u="none" strike="noStrike" cap="none">
              <a:solidFill>
                <a:schemeClr val="dk1"/>
              </a:solidFill>
              <a:latin typeface="Calibri"/>
              <a:ea typeface="Calibri"/>
              <a:cs typeface="Calibri"/>
              <a:sym typeface="Calibri"/>
            </a:endParaRPr>
          </a:p>
        </p:txBody>
      </p:sp>
      <p:sp>
        <p:nvSpPr>
          <p:cNvPr id="22" name="Google Shape;22;p3"/>
          <p:cNvSpPr/>
          <p:nvPr/>
        </p:nvSpPr>
        <p:spPr>
          <a:xfrm>
            <a:off x="640080" y="3657600"/>
            <a:ext cx="8686800" cy="365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BB4D4"/>
              </a:buClr>
              <a:buSzPts val="1400"/>
              <a:buFont typeface="Calibri"/>
              <a:buNone/>
            </a:pPr>
            <a:r>
              <a:rPr lang="en-US" sz="1400" b="0" i="0" u="none" strike="noStrike" cap="none">
                <a:solidFill>
                  <a:srgbClr val="9BB4D4"/>
                </a:solidFill>
                <a:latin typeface="Calibri"/>
                <a:ea typeface="Calibri"/>
                <a:cs typeface="Calibri"/>
                <a:sym typeface="Calibri"/>
              </a:rPr>
              <a:t>A responsive web application built with React and Bootstrap</a:t>
            </a:r>
            <a:endParaRPr sz="1400" b="0" i="0" u="none" strike="noStrike" cap="none">
              <a:solidFill>
                <a:schemeClr val="dk1"/>
              </a:solidFill>
              <a:latin typeface="Calibri"/>
              <a:ea typeface="Calibri"/>
              <a:cs typeface="Calibri"/>
              <a:sym typeface="Calibri"/>
            </a:endParaRPr>
          </a:p>
        </p:txBody>
      </p:sp>
      <p:sp>
        <p:nvSpPr>
          <p:cNvPr id="23" name="Google Shape;23;p3"/>
          <p:cNvSpPr/>
          <p:nvPr/>
        </p:nvSpPr>
        <p:spPr>
          <a:xfrm>
            <a:off x="640080" y="5029200"/>
            <a:ext cx="8686800" cy="3200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500"/>
              <a:buFont typeface="Calibri"/>
              <a:buNone/>
            </a:pPr>
            <a:r>
              <a:rPr lang="en-US" sz="1500" b="1" i="0" u="none" strike="noStrike" cap="none">
                <a:solidFill>
                  <a:srgbClr val="FFFFFF"/>
                </a:solidFill>
                <a:latin typeface="Calibri"/>
                <a:ea typeface="Calibri"/>
                <a:cs typeface="Calibri"/>
                <a:sym typeface="Calibri"/>
              </a:rPr>
              <a:t>Team: </a:t>
            </a:r>
            <a:r>
              <a:rPr lang="en-US" sz="1500" b="0" i="0" u="none" strike="noStrike" cap="none">
                <a:solidFill>
                  <a:srgbClr val="DCEEFF"/>
                </a:solidFill>
                <a:latin typeface="Calibri"/>
                <a:ea typeface="Calibri"/>
                <a:cs typeface="Calibri"/>
                <a:sym typeface="Calibri"/>
              </a:rPr>
              <a:t>Manikanta  |  Nandini  |  Chaitanya</a:t>
            </a:r>
            <a:endParaRPr sz="1500" b="0" i="0" u="none" strike="noStrike" cap="non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9"/>
        <p:cNvGrpSpPr/>
        <p:nvPr/>
      </p:nvGrpSpPr>
      <p:grpSpPr>
        <a:xfrm>
          <a:off x="0" y="0"/>
          <a:ext cx="0" cy="0"/>
          <a:chOff x="0" y="0"/>
          <a:chExt cx="0" cy="0"/>
        </a:xfrm>
      </p:grpSpPr>
      <p:sp>
        <p:nvSpPr>
          <p:cNvPr id="30" name="Google Shape;30;p4"/>
          <p:cNvSpPr/>
          <p:nvPr/>
        </p:nvSpPr>
        <p:spPr>
          <a:xfrm>
            <a:off x="640080" y="411480"/>
            <a:ext cx="10908792" cy="7315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42047"/>
              </a:buClr>
              <a:buSzPts val="3400"/>
              <a:buFont typeface="Cambria"/>
              <a:buNone/>
            </a:pPr>
            <a:r>
              <a:rPr lang="en-US" sz="3400" b="1" i="0" u="none" strike="noStrike" cap="none">
                <a:solidFill>
                  <a:srgbClr val="042047"/>
                </a:solidFill>
                <a:latin typeface="Cambria"/>
                <a:ea typeface="Cambria"/>
                <a:cs typeface="Cambria"/>
                <a:sym typeface="Cambria"/>
              </a:rPr>
              <a:t>Our Team</a:t>
            </a:r>
            <a:endParaRPr sz="3400" b="0" i="0" u="none" strike="noStrike" cap="none">
              <a:solidFill>
                <a:schemeClr val="dk1"/>
              </a:solidFill>
              <a:latin typeface="Calibri"/>
              <a:ea typeface="Calibri"/>
              <a:cs typeface="Calibri"/>
              <a:sym typeface="Calibri"/>
            </a:endParaRPr>
          </a:p>
        </p:txBody>
      </p:sp>
      <p:sp>
        <p:nvSpPr>
          <p:cNvPr id="31" name="Google Shape;31;p4"/>
          <p:cNvSpPr/>
          <p:nvPr/>
        </p:nvSpPr>
        <p:spPr>
          <a:xfrm>
            <a:off x="640080" y="1115568"/>
            <a:ext cx="10908792" cy="365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85858"/>
              </a:buClr>
              <a:buSzPts val="1500"/>
              <a:buFont typeface="Calibri"/>
              <a:buNone/>
            </a:pPr>
            <a:r>
              <a:rPr lang="en-US" sz="1500" b="0" i="0" u="none" strike="noStrike" cap="none">
                <a:solidFill>
                  <a:srgbClr val="585858"/>
                </a:solidFill>
                <a:latin typeface="Calibri"/>
                <a:ea typeface="Calibri"/>
                <a:cs typeface="Calibri"/>
                <a:sym typeface="Calibri"/>
              </a:rPr>
              <a:t>Three members, work divided by module</a:t>
            </a:r>
            <a:endParaRPr sz="1500" b="0" i="0" u="none" strike="noStrike" cap="none">
              <a:solidFill>
                <a:schemeClr val="dk1"/>
              </a:solidFill>
              <a:latin typeface="Calibri"/>
              <a:ea typeface="Calibri"/>
              <a:cs typeface="Calibri"/>
              <a:sym typeface="Calibri"/>
            </a:endParaRPr>
          </a:p>
        </p:txBody>
      </p:sp>
      <p:sp>
        <p:nvSpPr>
          <p:cNvPr id="32" name="Google Shape;32;p4"/>
          <p:cNvSpPr/>
          <p:nvPr/>
        </p:nvSpPr>
        <p:spPr>
          <a:xfrm>
            <a:off x="640080" y="1828800"/>
            <a:ext cx="3361944" cy="4023360"/>
          </a:xfrm>
          <a:prstGeom prst="roundRect">
            <a:avLst>
              <a:gd name="adj" fmla="val 3264"/>
            </a:avLst>
          </a:prstGeom>
          <a:solidFill>
            <a:srgbClr val="FFFFFF"/>
          </a:solidFill>
          <a:ln w="12700" cap="flat" cmpd="sng">
            <a:solidFill>
              <a:srgbClr val="DEE2E6"/>
            </a:solidFill>
            <a:prstDash val="solid"/>
            <a:round/>
            <a:headEnd type="none" w="sm" len="sm"/>
            <a:tailEnd type="none" w="sm" len="sm"/>
          </a:ln>
          <a:effectLst>
            <a:outerShdw blurRad="101600" dist="25400" dir="5400000" algn="bl" rotWithShape="0">
              <a:srgbClr val="BFBFBF">
                <a:alpha val="34902"/>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33" name="Google Shape;33;p4"/>
          <p:cNvSpPr/>
          <p:nvPr/>
        </p:nvSpPr>
        <p:spPr>
          <a:xfrm>
            <a:off x="1726692" y="2240280"/>
            <a:ext cx="1188720" cy="1188720"/>
          </a:xfrm>
          <a:prstGeom prst="ellipse">
            <a:avLst/>
          </a:prstGeom>
          <a:solidFill>
            <a:srgbClr val="0D6EF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34;p4"/>
          <p:cNvSpPr/>
          <p:nvPr/>
        </p:nvSpPr>
        <p:spPr>
          <a:xfrm>
            <a:off x="1726692" y="2240280"/>
            <a:ext cx="1188720" cy="11887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4000"/>
              <a:buFont typeface="Calibri"/>
              <a:buNone/>
            </a:pPr>
            <a:r>
              <a:rPr lang="en-US" sz="4000" b="1" i="0" u="none" strike="noStrike" cap="none">
                <a:solidFill>
                  <a:srgbClr val="FFFFFF"/>
                </a:solidFill>
                <a:latin typeface="Calibri"/>
                <a:ea typeface="Calibri"/>
                <a:cs typeface="Calibri"/>
                <a:sym typeface="Calibri"/>
              </a:rPr>
              <a:t>M</a:t>
            </a:r>
            <a:endParaRPr sz="4000" b="0" i="0" u="none" strike="noStrike" cap="none">
              <a:solidFill>
                <a:schemeClr val="dk1"/>
              </a:solidFill>
              <a:latin typeface="Calibri"/>
              <a:ea typeface="Calibri"/>
              <a:cs typeface="Calibri"/>
              <a:sym typeface="Calibri"/>
            </a:endParaRPr>
          </a:p>
        </p:txBody>
      </p:sp>
      <p:sp>
        <p:nvSpPr>
          <p:cNvPr id="35" name="Google Shape;35;p4"/>
          <p:cNvSpPr/>
          <p:nvPr/>
        </p:nvSpPr>
        <p:spPr>
          <a:xfrm>
            <a:off x="640080" y="3657600"/>
            <a:ext cx="3361944" cy="36576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042047"/>
              </a:buClr>
              <a:buSzPts val="1900"/>
              <a:buFont typeface="Calibri"/>
              <a:buNone/>
            </a:pPr>
            <a:r>
              <a:rPr lang="en-US" sz="1900" b="1" i="0" u="none" strike="noStrike" cap="none">
                <a:solidFill>
                  <a:srgbClr val="042047"/>
                </a:solidFill>
                <a:latin typeface="Calibri"/>
                <a:ea typeface="Calibri"/>
                <a:cs typeface="Calibri"/>
                <a:sym typeface="Calibri"/>
              </a:rPr>
              <a:t>Manikanta</a:t>
            </a:r>
            <a:endParaRPr sz="1900" b="0" i="0" u="none" strike="noStrike" cap="none">
              <a:solidFill>
                <a:schemeClr val="dk1"/>
              </a:solidFill>
              <a:latin typeface="Calibri"/>
              <a:ea typeface="Calibri"/>
              <a:cs typeface="Calibri"/>
              <a:sym typeface="Calibri"/>
            </a:endParaRPr>
          </a:p>
        </p:txBody>
      </p:sp>
      <p:sp>
        <p:nvSpPr>
          <p:cNvPr id="37" name="Google Shape;37;p4"/>
          <p:cNvSpPr/>
          <p:nvPr/>
        </p:nvSpPr>
        <p:spPr>
          <a:xfrm>
            <a:off x="914400" y="4191000"/>
            <a:ext cx="2813304" cy="9144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585858"/>
              </a:buClr>
              <a:buSzPts val="1300"/>
              <a:buFont typeface="Calibri"/>
              <a:buNone/>
            </a:pPr>
            <a:r>
              <a:rPr lang="en-IN" sz="1300" b="0" i="0" u="none" strike="noStrike" cap="none" dirty="0">
                <a:solidFill>
                  <a:srgbClr val="585858"/>
                </a:solidFill>
                <a:latin typeface="Calibri"/>
                <a:ea typeface="Calibri"/>
                <a:cs typeface="Calibri"/>
                <a:sym typeface="Calibri"/>
              </a:rPr>
              <a:t>Doctors Page, Appointment</a:t>
            </a:r>
            <a:endParaRPr sz="1300" b="0" i="0" u="none" strike="noStrike" cap="none" dirty="0">
              <a:solidFill>
                <a:schemeClr val="dk1"/>
              </a:solidFill>
              <a:latin typeface="Calibri"/>
              <a:ea typeface="Calibri"/>
              <a:cs typeface="Calibri"/>
              <a:sym typeface="Calibri"/>
            </a:endParaRPr>
          </a:p>
        </p:txBody>
      </p:sp>
      <p:sp>
        <p:nvSpPr>
          <p:cNvPr id="38" name="Google Shape;38;p4"/>
          <p:cNvSpPr/>
          <p:nvPr/>
        </p:nvSpPr>
        <p:spPr>
          <a:xfrm>
            <a:off x="4413504" y="1828800"/>
            <a:ext cx="3361944" cy="4023360"/>
          </a:xfrm>
          <a:prstGeom prst="roundRect">
            <a:avLst>
              <a:gd name="adj" fmla="val 3264"/>
            </a:avLst>
          </a:prstGeom>
          <a:solidFill>
            <a:srgbClr val="FFFFFF"/>
          </a:solidFill>
          <a:ln w="12700" cap="flat" cmpd="sng">
            <a:solidFill>
              <a:srgbClr val="DEE2E6"/>
            </a:solidFill>
            <a:prstDash val="solid"/>
            <a:round/>
            <a:headEnd type="none" w="sm" len="sm"/>
            <a:tailEnd type="none" w="sm" len="sm"/>
          </a:ln>
          <a:effectLst>
            <a:outerShdw blurRad="101600" dist="25400" dir="5400000" algn="bl" rotWithShape="0">
              <a:srgbClr val="BFBFBF">
                <a:alpha val="34902"/>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39;p4"/>
          <p:cNvSpPr/>
          <p:nvPr/>
        </p:nvSpPr>
        <p:spPr>
          <a:xfrm>
            <a:off x="5500116" y="2240280"/>
            <a:ext cx="1188720" cy="1188720"/>
          </a:xfrm>
          <a:prstGeom prst="ellipse">
            <a:avLst/>
          </a:prstGeom>
          <a:solidFill>
            <a:srgbClr val="0D6EF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 name="Google Shape;40;p4"/>
          <p:cNvSpPr/>
          <p:nvPr/>
        </p:nvSpPr>
        <p:spPr>
          <a:xfrm>
            <a:off x="5500116" y="2240280"/>
            <a:ext cx="1188720" cy="11887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4000"/>
              <a:buFont typeface="Calibri"/>
              <a:buNone/>
            </a:pPr>
            <a:r>
              <a:rPr lang="en-US" sz="4000" b="1" i="0" u="none" strike="noStrike" cap="none">
                <a:solidFill>
                  <a:srgbClr val="FFFFFF"/>
                </a:solidFill>
                <a:latin typeface="Calibri"/>
                <a:ea typeface="Calibri"/>
                <a:cs typeface="Calibri"/>
                <a:sym typeface="Calibri"/>
              </a:rPr>
              <a:t>N</a:t>
            </a:r>
            <a:endParaRPr sz="4000" b="0" i="0" u="none" strike="noStrike" cap="none">
              <a:solidFill>
                <a:schemeClr val="dk1"/>
              </a:solidFill>
              <a:latin typeface="Calibri"/>
              <a:ea typeface="Calibri"/>
              <a:cs typeface="Calibri"/>
              <a:sym typeface="Calibri"/>
            </a:endParaRPr>
          </a:p>
        </p:txBody>
      </p:sp>
      <p:sp>
        <p:nvSpPr>
          <p:cNvPr id="41" name="Google Shape;41;p4"/>
          <p:cNvSpPr/>
          <p:nvPr/>
        </p:nvSpPr>
        <p:spPr>
          <a:xfrm>
            <a:off x="4413504" y="3657600"/>
            <a:ext cx="3361944" cy="36576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042047"/>
              </a:buClr>
              <a:buSzPts val="1900"/>
              <a:buFont typeface="Calibri"/>
              <a:buNone/>
            </a:pPr>
            <a:r>
              <a:rPr lang="en-US" sz="1900" b="1" i="0" u="none" strike="noStrike" cap="none">
                <a:solidFill>
                  <a:srgbClr val="042047"/>
                </a:solidFill>
                <a:latin typeface="Calibri"/>
                <a:ea typeface="Calibri"/>
                <a:cs typeface="Calibri"/>
                <a:sym typeface="Calibri"/>
              </a:rPr>
              <a:t>Nandini</a:t>
            </a:r>
            <a:endParaRPr sz="1900" b="0" i="0" u="none" strike="noStrike" cap="none">
              <a:solidFill>
                <a:schemeClr val="dk1"/>
              </a:solidFill>
              <a:latin typeface="Calibri"/>
              <a:ea typeface="Calibri"/>
              <a:cs typeface="Calibri"/>
              <a:sym typeface="Calibri"/>
            </a:endParaRPr>
          </a:p>
        </p:txBody>
      </p:sp>
      <p:sp>
        <p:nvSpPr>
          <p:cNvPr id="43" name="Google Shape;43;p4"/>
          <p:cNvSpPr/>
          <p:nvPr/>
        </p:nvSpPr>
        <p:spPr>
          <a:xfrm>
            <a:off x="4687824" y="4221480"/>
            <a:ext cx="2813304" cy="9144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585858"/>
              </a:buClr>
              <a:buSzPts val="1300"/>
              <a:buFont typeface="Calibri"/>
              <a:buNone/>
            </a:pPr>
            <a:r>
              <a:rPr lang="en-IN" sz="1300" b="0" i="0" u="none" strike="noStrike" cap="none" dirty="0">
                <a:solidFill>
                  <a:srgbClr val="585858"/>
                </a:solidFill>
                <a:latin typeface="Calibri"/>
                <a:ea typeface="Calibri"/>
                <a:cs typeface="Calibri"/>
                <a:sym typeface="Calibri"/>
              </a:rPr>
              <a:t>Patient Registration, Dashboard</a:t>
            </a:r>
            <a:endParaRPr sz="1300" b="0" i="0" u="none" strike="noStrike" cap="none" dirty="0">
              <a:solidFill>
                <a:schemeClr val="dk1"/>
              </a:solidFill>
              <a:latin typeface="Calibri"/>
              <a:ea typeface="Calibri"/>
              <a:cs typeface="Calibri"/>
              <a:sym typeface="Calibri"/>
            </a:endParaRPr>
          </a:p>
        </p:txBody>
      </p:sp>
      <p:sp>
        <p:nvSpPr>
          <p:cNvPr id="44" name="Google Shape;44;p4"/>
          <p:cNvSpPr/>
          <p:nvPr/>
        </p:nvSpPr>
        <p:spPr>
          <a:xfrm>
            <a:off x="8186928" y="1828800"/>
            <a:ext cx="3361944" cy="4023360"/>
          </a:xfrm>
          <a:prstGeom prst="roundRect">
            <a:avLst>
              <a:gd name="adj" fmla="val 3264"/>
            </a:avLst>
          </a:prstGeom>
          <a:solidFill>
            <a:srgbClr val="FFFFFF"/>
          </a:solidFill>
          <a:ln w="12700" cap="flat" cmpd="sng">
            <a:solidFill>
              <a:srgbClr val="DEE2E6"/>
            </a:solidFill>
            <a:prstDash val="solid"/>
            <a:round/>
            <a:headEnd type="none" w="sm" len="sm"/>
            <a:tailEnd type="none" w="sm" len="sm"/>
          </a:ln>
          <a:effectLst>
            <a:outerShdw blurRad="101600" dist="25400" dir="5400000" algn="bl" rotWithShape="0">
              <a:srgbClr val="BFBFBF">
                <a:alpha val="34902"/>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45;p4"/>
          <p:cNvSpPr/>
          <p:nvPr/>
        </p:nvSpPr>
        <p:spPr>
          <a:xfrm>
            <a:off x="9273540" y="2240280"/>
            <a:ext cx="1188720" cy="1188720"/>
          </a:xfrm>
          <a:prstGeom prst="ellipse">
            <a:avLst/>
          </a:prstGeom>
          <a:solidFill>
            <a:srgbClr val="0D6EF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46;p4"/>
          <p:cNvSpPr/>
          <p:nvPr/>
        </p:nvSpPr>
        <p:spPr>
          <a:xfrm>
            <a:off x="9273540" y="2240280"/>
            <a:ext cx="1188720" cy="11887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4000"/>
              <a:buFont typeface="Calibri"/>
              <a:buNone/>
            </a:pPr>
            <a:r>
              <a:rPr lang="en-US" sz="4000" b="1" i="0" u="none" strike="noStrike" cap="none">
                <a:solidFill>
                  <a:srgbClr val="FFFFFF"/>
                </a:solidFill>
                <a:latin typeface="Calibri"/>
                <a:ea typeface="Calibri"/>
                <a:cs typeface="Calibri"/>
                <a:sym typeface="Calibri"/>
              </a:rPr>
              <a:t>C</a:t>
            </a:r>
            <a:endParaRPr sz="4000" b="0" i="0" u="none" strike="noStrike" cap="none">
              <a:solidFill>
                <a:schemeClr val="dk1"/>
              </a:solidFill>
              <a:latin typeface="Calibri"/>
              <a:ea typeface="Calibri"/>
              <a:cs typeface="Calibri"/>
              <a:sym typeface="Calibri"/>
            </a:endParaRPr>
          </a:p>
        </p:txBody>
      </p:sp>
      <p:sp>
        <p:nvSpPr>
          <p:cNvPr id="47" name="Google Shape;47;p4"/>
          <p:cNvSpPr/>
          <p:nvPr/>
        </p:nvSpPr>
        <p:spPr>
          <a:xfrm>
            <a:off x="8186928" y="3657600"/>
            <a:ext cx="3361944" cy="36576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042047"/>
              </a:buClr>
              <a:buSzPts val="1900"/>
              <a:buFont typeface="Calibri"/>
              <a:buNone/>
            </a:pPr>
            <a:r>
              <a:rPr lang="en-US" sz="1900" b="1" i="0" u="none" strike="noStrike" cap="none">
                <a:solidFill>
                  <a:srgbClr val="042047"/>
                </a:solidFill>
                <a:latin typeface="Calibri"/>
                <a:ea typeface="Calibri"/>
                <a:cs typeface="Calibri"/>
                <a:sym typeface="Calibri"/>
              </a:rPr>
              <a:t>Chaitanya</a:t>
            </a:r>
            <a:endParaRPr sz="1900" b="0" i="0" u="none" strike="noStrike" cap="none">
              <a:solidFill>
                <a:schemeClr val="dk1"/>
              </a:solidFill>
              <a:latin typeface="Calibri"/>
              <a:ea typeface="Calibri"/>
              <a:cs typeface="Calibri"/>
              <a:sym typeface="Calibri"/>
            </a:endParaRPr>
          </a:p>
        </p:txBody>
      </p:sp>
      <p:sp>
        <p:nvSpPr>
          <p:cNvPr id="49" name="Google Shape;49;p4"/>
          <p:cNvSpPr/>
          <p:nvPr/>
        </p:nvSpPr>
        <p:spPr>
          <a:xfrm>
            <a:off x="8461248" y="4221480"/>
            <a:ext cx="2813304" cy="9144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585858"/>
              </a:buClr>
              <a:buSzPts val="1300"/>
              <a:buFont typeface="Calibri"/>
              <a:buNone/>
            </a:pPr>
            <a:r>
              <a:rPr lang="en-IN" sz="1300" b="0" i="0" u="none" strike="noStrike" cap="none" dirty="0">
                <a:solidFill>
                  <a:srgbClr val="585858"/>
                </a:solidFill>
                <a:latin typeface="Calibri"/>
                <a:ea typeface="Calibri"/>
                <a:cs typeface="Calibri"/>
                <a:sym typeface="Calibri"/>
              </a:rPr>
              <a:t>Login, Contact, Logout</a:t>
            </a:r>
            <a:endParaRPr sz="1300" b="0" i="0" u="none" strike="noStrike" cap="none" dirty="0">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54"/>
        <p:cNvGrpSpPr/>
        <p:nvPr/>
      </p:nvGrpSpPr>
      <p:grpSpPr>
        <a:xfrm>
          <a:off x="0" y="0"/>
          <a:ext cx="0" cy="0"/>
          <a:chOff x="0" y="0"/>
          <a:chExt cx="0" cy="0"/>
        </a:xfrm>
      </p:grpSpPr>
      <p:sp>
        <p:nvSpPr>
          <p:cNvPr id="55" name="Google Shape;55;p5"/>
          <p:cNvSpPr/>
          <p:nvPr/>
        </p:nvSpPr>
        <p:spPr>
          <a:xfrm>
            <a:off x="640080" y="411480"/>
            <a:ext cx="10908792" cy="7315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42047"/>
              </a:buClr>
              <a:buSzPts val="3400"/>
              <a:buFont typeface="Cambria"/>
              <a:buNone/>
            </a:pPr>
            <a:r>
              <a:rPr lang="en-US" sz="3400" b="1" i="0" u="none" strike="noStrike" cap="none">
                <a:solidFill>
                  <a:srgbClr val="042047"/>
                </a:solidFill>
                <a:latin typeface="Cambria"/>
                <a:ea typeface="Cambria"/>
                <a:cs typeface="Cambria"/>
                <a:sym typeface="Cambria"/>
              </a:rPr>
              <a:t>Introduction</a:t>
            </a:r>
            <a:endParaRPr sz="3400" b="0" i="0" u="none" strike="noStrike" cap="none">
              <a:solidFill>
                <a:schemeClr val="dk1"/>
              </a:solidFill>
              <a:latin typeface="Calibri"/>
              <a:ea typeface="Calibri"/>
              <a:cs typeface="Calibri"/>
              <a:sym typeface="Calibri"/>
            </a:endParaRPr>
          </a:p>
        </p:txBody>
      </p:sp>
      <p:sp>
        <p:nvSpPr>
          <p:cNvPr id="56" name="Google Shape;56;p5"/>
          <p:cNvSpPr/>
          <p:nvPr/>
        </p:nvSpPr>
        <p:spPr>
          <a:xfrm>
            <a:off x="640080" y="1115568"/>
            <a:ext cx="10908792" cy="365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85858"/>
              </a:buClr>
              <a:buSzPts val="1500"/>
              <a:buFont typeface="Calibri"/>
              <a:buNone/>
            </a:pPr>
            <a:r>
              <a:rPr lang="en-US" sz="1500" b="0" i="0" u="none" strike="noStrike" cap="none">
                <a:solidFill>
                  <a:srgbClr val="585858"/>
                </a:solidFill>
                <a:latin typeface="Calibri"/>
                <a:ea typeface="Calibri"/>
                <a:cs typeface="Calibri"/>
                <a:sym typeface="Calibri"/>
              </a:rPr>
              <a:t>Why we picked this problem</a:t>
            </a:r>
            <a:endParaRPr sz="1500" b="0" i="0" u="none" strike="noStrike" cap="none">
              <a:solidFill>
                <a:schemeClr val="dk1"/>
              </a:solidFill>
              <a:latin typeface="Calibri"/>
              <a:ea typeface="Calibri"/>
              <a:cs typeface="Calibri"/>
              <a:sym typeface="Calibri"/>
            </a:endParaRPr>
          </a:p>
        </p:txBody>
      </p:sp>
      <p:sp>
        <p:nvSpPr>
          <p:cNvPr id="57" name="Google Shape;57;p5"/>
          <p:cNvSpPr/>
          <p:nvPr/>
        </p:nvSpPr>
        <p:spPr>
          <a:xfrm>
            <a:off x="640080" y="1965960"/>
            <a:ext cx="566928" cy="566928"/>
          </a:xfrm>
          <a:prstGeom prst="ellipse">
            <a:avLst/>
          </a:prstGeom>
          <a:solidFill>
            <a:srgbClr val="DCEE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 name="Google Shape;58;p5"/>
          <p:cNvSpPr/>
          <p:nvPr/>
        </p:nvSpPr>
        <p:spPr>
          <a:xfrm>
            <a:off x="640080" y="1965960"/>
            <a:ext cx="566928" cy="566928"/>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0D6EFD"/>
              </a:buClr>
              <a:buSzPts val="1700"/>
              <a:buFont typeface="Calibri"/>
              <a:buNone/>
            </a:pPr>
            <a:r>
              <a:rPr lang="en-US" sz="1700" b="1" i="0" u="none" strike="noStrike" cap="none">
                <a:solidFill>
                  <a:srgbClr val="0D6EFD"/>
                </a:solidFill>
                <a:latin typeface="Calibri"/>
                <a:ea typeface="Calibri"/>
                <a:cs typeface="Calibri"/>
                <a:sym typeface="Calibri"/>
              </a:rPr>
              <a:t>1</a:t>
            </a:r>
            <a:endParaRPr sz="1700" b="0" i="0" u="none" strike="noStrike" cap="none">
              <a:solidFill>
                <a:schemeClr val="dk1"/>
              </a:solidFill>
              <a:latin typeface="Calibri"/>
              <a:ea typeface="Calibri"/>
              <a:cs typeface="Calibri"/>
              <a:sym typeface="Calibri"/>
            </a:endParaRPr>
          </a:p>
        </p:txBody>
      </p:sp>
      <p:sp>
        <p:nvSpPr>
          <p:cNvPr id="59" name="Google Shape;59;p5"/>
          <p:cNvSpPr/>
          <p:nvPr/>
        </p:nvSpPr>
        <p:spPr>
          <a:xfrm>
            <a:off x="1417320" y="1947672"/>
            <a:ext cx="5120640" cy="34747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42047"/>
              </a:buClr>
              <a:buSzPts val="1700"/>
              <a:buFont typeface="Calibri"/>
              <a:buNone/>
            </a:pPr>
            <a:r>
              <a:rPr lang="en-US" sz="1700" b="1" i="0" u="none" strike="noStrike" cap="none">
                <a:solidFill>
                  <a:srgbClr val="042047"/>
                </a:solidFill>
                <a:latin typeface="Calibri"/>
                <a:ea typeface="Calibri"/>
                <a:cs typeface="Calibri"/>
                <a:sym typeface="Calibri"/>
              </a:rPr>
              <a:t>Long waiting queues</a:t>
            </a:r>
            <a:endParaRPr sz="1700" b="0" i="0" u="none" strike="noStrike" cap="none">
              <a:solidFill>
                <a:schemeClr val="dk1"/>
              </a:solidFill>
              <a:latin typeface="Calibri"/>
              <a:ea typeface="Calibri"/>
              <a:cs typeface="Calibri"/>
              <a:sym typeface="Calibri"/>
            </a:endParaRPr>
          </a:p>
        </p:txBody>
      </p:sp>
      <p:sp>
        <p:nvSpPr>
          <p:cNvPr id="60" name="Google Shape;60;p5"/>
          <p:cNvSpPr/>
          <p:nvPr/>
        </p:nvSpPr>
        <p:spPr>
          <a:xfrm>
            <a:off x="1417320" y="2276856"/>
            <a:ext cx="5120640" cy="45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85858"/>
              </a:buClr>
              <a:buSzPts val="1300"/>
              <a:buFont typeface="Calibri"/>
              <a:buNone/>
            </a:pPr>
            <a:r>
              <a:rPr lang="en-US" sz="1300" b="0" i="0" u="none" strike="noStrike" cap="none">
                <a:solidFill>
                  <a:srgbClr val="585858"/>
                </a:solidFill>
                <a:latin typeface="Calibri"/>
                <a:ea typeface="Calibri"/>
                <a:cs typeface="Calibri"/>
                <a:sym typeface="Calibri"/>
              </a:rPr>
              <a:t>Patients wait for hours just to get a token for the doctor.</a:t>
            </a:r>
            <a:endParaRPr sz="1300" b="0" i="0" u="none" strike="noStrike" cap="none">
              <a:solidFill>
                <a:schemeClr val="dk1"/>
              </a:solidFill>
              <a:latin typeface="Calibri"/>
              <a:ea typeface="Calibri"/>
              <a:cs typeface="Calibri"/>
              <a:sym typeface="Calibri"/>
            </a:endParaRPr>
          </a:p>
        </p:txBody>
      </p:sp>
      <p:sp>
        <p:nvSpPr>
          <p:cNvPr id="61" name="Google Shape;61;p5"/>
          <p:cNvSpPr/>
          <p:nvPr/>
        </p:nvSpPr>
        <p:spPr>
          <a:xfrm>
            <a:off x="640080" y="3264408"/>
            <a:ext cx="566928" cy="566928"/>
          </a:xfrm>
          <a:prstGeom prst="ellipse">
            <a:avLst/>
          </a:prstGeom>
          <a:solidFill>
            <a:srgbClr val="DCEE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 name="Google Shape;62;p5"/>
          <p:cNvSpPr/>
          <p:nvPr/>
        </p:nvSpPr>
        <p:spPr>
          <a:xfrm>
            <a:off x="640080" y="3264408"/>
            <a:ext cx="566928" cy="566928"/>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0D6EFD"/>
              </a:buClr>
              <a:buSzPts val="1700"/>
              <a:buFont typeface="Calibri"/>
              <a:buNone/>
            </a:pPr>
            <a:r>
              <a:rPr lang="en-US" sz="1700" b="1" i="0" u="none" strike="noStrike" cap="none">
                <a:solidFill>
                  <a:srgbClr val="0D6EFD"/>
                </a:solidFill>
                <a:latin typeface="Calibri"/>
                <a:ea typeface="Calibri"/>
                <a:cs typeface="Calibri"/>
                <a:sym typeface="Calibri"/>
              </a:rPr>
              <a:t>2</a:t>
            </a:r>
            <a:endParaRPr sz="1700" b="0" i="0" u="none" strike="noStrike" cap="none">
              <a:solidFill>
                <a:schemeClr val="dk1"/>
              </a:solidFill>
              <a:latin typeface="Calibri"/>
              <a:ea typeface="Calibri"/>
              <a:cs typeface="Calibri"/>
              <a:sym typeface="Calibri"/>
            </a:endParaRPr>
          </a:p>
        </p:txBody>
      </p:sp>
      <p:sp>
        <p:nvSpPr>
          <p:cNvPr id="63" name="Google Shape;63;p5"/>
          <p:cNvSpPr/>
          <p:nvPr/>
        </p:nvSpPr>
        <p:spPr>
          <a:xfrm>
            <a:off x="1417320" y="3246120"/>
            <a:ext cx="5120640" cy="34747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42047"/>
              </a:buClr>
              <a:buSzPts val="1700"/>
              <a:buFont typeface="Calibri"/>
              <a:buNone/>
            </a:pPr>
            <a:r>
              <a:rPr lang="en-US" sz="1700" b="1" i="0" u="none" strike="noStrike" cap="none">
                <a:solidFill>
                  <a:srgbClr val="042047"/>
                </a:solidFill>
                <a:latin typeface="Calibri"/>
                <a:ea typeface="Calibri"/>
                <a:cs typeface="Calibri"/>
                <a:sym typeface="Calibri"/>
              </a:rPr>
              <a:t>Manual registers</a:t>
            </a:r>
            <a:endParaRPr sz="1700" b="0" i="0" u="none" strike="noStrike" cap="none">
              <a:solidFill>
                <a:schemeClr val="dk1"/>
              </a:solidFill>
              <a:latin typeface="Calibri"/>
              <a:ea typeface="Calibri"/>
              <a:cs typeface="Calibri"/>
              <a:sym typeface="Calibri"/>
            </a:endParaRPr>
          </a:p>
        </p:txBody>
      </p:sp>
      <p:sp>
        <p:nvSpPr>
          <p:cNvPr id="64" name="Google Shape;64;p5"/>
          <p:cNvSpPr/>
          <p:nvPr/>
        </p:nvSpPr>
        <p:spPr>
          <a:xfrm>
            <a:off x="1417320" y="3575304"/>
            <a:ext cx="5120640" cy="45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85858"/>
              </a:buClr>
              <a:buSzPts val="1300"/>
              <a:buFont typeface="Calibri"/>
              <a:buNone/>
            </a:pPr>
            <a:r>
              <a:rPr lang="en-US" sz="1300" b="0" i="0" u="none" strike="noStrike" cap="none">
                <a:solidFill>
                  <a:srgbClr val="585858"/>
                </a:solidFill>
                <a:latin typeface="Calibri"/>
                <a:ea typeface="Calibri"/>
                <a:cs typeface="Calibri"/>
                <a:sym typeface="Calibri"/>
              </a:rPr>
              <a:t>Patient details are still written in books. Records get lost easily.</a:t>
            </a:r>
            <a:endParaRPr sz="1300" b="0" i="0" u="none" strike="noStrike" cap="none">
              <a:solidFill>
                <a:schemeClr val="dk1"/>
              </a:solidFill>
              <a:latin typeface="Calibri"/>
              <a:ea typeface="Calibri"/>
              <a:cs typeface="Calibri"/>
              <a:sym typeface="Calibri"/>
            </a:endParaRPr>
          </a:p>
        </p:txBody>
      </p:sp>
      <p:sp>
        <p:nvSpPr>
          <p:cNvPr id="65" name="Google Shape;65;p5"/>
          <p:cNvSpPr/>
          <p:nvPr/>
        </p:nvSpPr>
        <p:spPr>
          <a:xfrm>
            <a:off x="640080" y="4562856"/>
            <a:ext cx="566928" cy="566928"/>
          </a:xfrm>
          <a:prstGeom prst="ellipse">
            <a:avLst/>
          </a:prstGeom>
          <a:solidFill>
            <a:srgbClr val="DCEE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 name="Google Shape;66;p5"/>
          <p:cNvSpPr/>
          <p:nvPr/>
        </p:nvSpPr>
        <p:spPr>
          <a:xfrm>
            <a:off x="640080" y="4562856"/>
            <a:ext cx="566928" cy="566928"/>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0D6EFD"/>
              </a:buClr>
              <a:buSzPts val="1700"/>
              <a:buFont typeface="Calibri"/>
              <a:buNone/>
            </a:pPr>
            <a:r>
              <a:rPr lang="en-US" sz="1700" b="1" i="0" u="none" strike="noStrike" cap="none">
                <a:solidFill>
                  <a:srgbClr val="0D6EFD"/>
                </a:solidFill>
                <a:latin typeface="Calibri"/>
                <a:ea typeface="Calibri"/>
                <a:cs typeface="Calibri"/>
                <a:sym typeface="Calibri"/>
              </a:rPr>
              <a:t>3</a:t>
            </a:r>
            <a:endParaRPr sz="1700" b="0" i="0" u="none" strike="noStrike" cap="none">
              <a:solidFill>
                <a:schemeClr val="dk1"/>
              </a:solidFill>
              <a:latin typeface="Calibri"/>
              <a:ea typeface="Calibri"/>
              <a:cs typeface="Calibri"/>
              <a:sym typeface="Calibri"/>
            </a:endParaRPr>
          </a:p>
        </p:txBody>
      </p:sp>
      <p:sp>
        <p:nvSpPr>
          <p:cNvPr id="67" name="Google Shape;67;p5"/>
          <p:cNvSpPr/>
          <p:nvPr/>
        </p:nvSpPr>
        <p:spPr>
          <a:xfrm>
            <a:off x="1417320" y="4544568"/>
            <a:ext cx="5120640" cy="34747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42047"/>
              </a:buClr>
              <a:buSzPts val="1700"/>
              <a:buFont typeface="Calibri"/>
              <a:buNone/>
            </a:pPr>
            <a:r>
              <a:rPr lang="en-US" sz="1700" b="1" i="0" u="none" strike="noStrike" cap="none">
                <a:solidFill>
                  <a:srgbClr val="042047"/>
                </a:solidFill>
                <a:latin typeface="Calibri"/>
                <a:ea typeface="Calibri"/>
                <a:cs typeface="Calibri"/>
                <a:sym typeface="Calibri"/>
              </a:rPr>
              <a:t>No online booking</a:t>
            </a:r>
            <a:endParaRPr sz="1700" b="0" i="0" u="none" strike="noStrike" cap="none">
              <a:solidFill>
                <a:schemeClr val="dk1"/>
              </a:solidFill>
              <a:latin typeface="Calibri"/>
              <a:ea typeface="Calibri"/>
              <a:cs typeface="Calibri"/>
              <a:sym typeface="Calibri"/>
            </a:endParaRPr>
          </a:p>
        </p:txBody>
      </p:sp>
      <p:sp>
        <p:nvSpPr>
          <p:cNvPr id="68" name="Google Shape;68;p5"/>
          <p:cNvSpPr/>
          <p:nvPr/>
        </p:nvSpPr>
        <p:spPr>
          <a:xfrm>
            <a:off x="1417320" y="4873752"/>
            <a:ext cx="5120640" cy="45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85858"/>
              </a:buClr>
              <a:buSzPts val="1300"/>
              <a:buFont typeface="Calibri"/>
              <a:buNone/>
            </a:pPr>
            <a:r>
              <a:rPr lang="en-US" sz="1300" b="0" i="0" u="none" strike="noStrike" cap="none">
                <a:solidFill>
                  <a:srgbClr val="585858"/>
                </a:solidFill>
                <a:latin typeface="Calibri"/>
                <a:ea typeface="Calibri"/>
                <a:cs typeface="Calibri"/>
                <a:sym typeface="Calibri"/>
              </a:rPr>
              <a:t>There is no way to check doctor availability before visiting.</a:t>
            </a:r>
            <a:endParaRPr sz="1300" b="0" i="0" u="none" strike="noStrike" cap="none">
              <a:solidFill>
                <a:schemeClr val="dk1"/>
              </a:solidFill>
              <a:latin typeface="Calibri"/>
              <a:ea typeface="Calibri"/>
              <a:cs typeface="Calibri"/>
              <a:sym typeface="Calibri"/>
            </a:endParaRPr>
          </a:p>
        </p:txBody>
      </p:sp>
      <p:sp>
        <p:nvSpPr>
          <p:cNvPr id="69" name="Google Shape;69;p5"/>
          <p:cNvSpPr/>
          <p:nvPr/>
        </p:nvSpPr>
        <p:spPr>
          <a:xfrm>
            <a:off x="6949440" y="1828800"/>
            <a:ext cx="4617720" cy="2734056"/>
          </a:xfrm>
          <a:prstGeom prst="roundRect">
            <a:avLst>
              <a:gd name="adj" fmla="val 2697"/>
            </a:avLst>
          </a:prstGeom>
          <a:solidFill>
            <a:srgbClr val="DCEEFF"/>
          </a:solidFill>
          <a:ln w="12700" cap="flat" cmpd="sng">
            <a:solidFill>
              <a:srgbClr val="DEE2E6"/>
            </a:solidFill>
            <a:prstDash val="solid"/>
            <a:round/>
            <a:headEnd type="none" w="sm" len="sm"/>
            <a:tailEnd type="none" w="sm" len="sm"/>
          </a:ln>
          <a:effectLst>
            <a:outerShdw blurRad="101600" dist="25400" dir="5400000" algn="bl" rotWithShape="0">
              <a:srgbClr val="BFBFBF">
                <a:alpha val="34902"/>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 name="Google Shape;70;p5"/>
          <p:cNvSpPr/>
          <p:nvPr/>
        </p:nvSpPr>
        <p:spPr>
          <a:xfrm>
            <a:off x="7269480" y="2103120"/>
            <a:ext cx="4023360" cy="4114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42047"/>
              </a:buClr>
              <a:buSzPts val="2400"/>
              <a:buFont typeface="Cambria"/>
              <a:buNone/>
            </a:pPr>
            <a:r>
              <a:rPr lang="en-US" sz="2400" b="1" i="0" u="none" strike="noStrike" cap="none">
                <a:solidFill>
                  <a:srgbClr val="042047"/>
                </a:solidFill>
                <a:latin typeface="Cambria"/>
                <a:ea typeface="Cambria"/>
                <a:cs typeface="Cambria"/>
                <a:sym typeface="Cambria"/>
              </a:rPr>
              <a:t>Our Solution</a:t>
            </a:r>
            <a:endParaRPr sz="2400" b="0" i="0" u="none" strike="noStrike" cap="none">
              <a:solidFill>
                <a:schemeClr val="dk1"/>
              </a:solidFill>
              <a:latin typeface="Calibri"/>
              <a:ea typeface="Calibri"/>
              <a:cs typeface="Calibri"/>
              <a:sym typeface="Calibri"/>
            </a:endParaRPr>
          </a:p>
        </p:txBody>
      </p:sp>
      <p:sp>
        <p:nvSpPr>
          <p:cNvPr id="71" name="Google Shape;71;p5"/>
          <p:cNvSpPr/>
          <p:nvPr/>
        </p:nvSpPr>
        <p:spPr>
          <a:xfrm>
            <a:off x="7269480" y="2651760"/>
            <a:ext cx="4023360" cy="30175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585858"/>
              </a:buClr>
              <a:buSzPts val="1300"/>
              <a:buFont typeface="Calibri"/>
              <a:buNone/>
            </a:pPr>
            <a:r>
              <a:rPr lang="en-US" sz="1300" b="0" i="0" u="none" strike="noStrike" cap="none">
                <a:solidFill>
                  <a:srgbClr val="585858"/>
                </a:solidFill>
                <a:latin typeface="Calibri"/>
                <a:ea typeface="Calibri"/>
                <a:cs typeface="Calibri"/>
                <a:sym typeface="Calibri"/>
              </a:rPr>
              <a:t>A single web application where a patient can:</a:t>
            </a:r>
            <a:endParaRPr sz="1400" b="0" i="0" u="none" strike="noStrike" cap="none">
              <a:solidFill>
                <a:schemeClr val="dk1"/>
              </a:solidFill>
              <a:latin typeface="Calibri"/>
              <a:ea typeface="Calibri"/>
              <a:cs typeface="Calibri"/>
              <a:sym typeface="Calibri"/>
            </a:endParaRPr>
          </a:p>
          <a:p>
            <a:pPr marL="342900" marR="0" lvl="0" indent="-342900" algn="l" rtl="0">
              <a:spcBef>
                <a:spcPts val="800"/>
              </a:spcBef>
              <a:spcAft>
                <a:spcPts val="0"/>
              </a:spcAft>
              <a:buClr>
                <a:srgbClr val="042047"/>
              </a:buClr>
              <a:buSzPts val="1400"/>
              <a:buFont typeface="Calibri"/>
              <a:buChar char="•"/>
            </a:pPr>
            <a:r>
              <a:rPr lang="en-US" sz="1400" b="0" i="0" u="none" strike="noStrike" cap="none">
                <a:solidFill>
                  <a:srgbClr val="042047"/>
                </a:solidFill>
                <a:latin typeface="Calibri"/>
                <a:ea typeface="Calibri"/>
                <a:cs typeface="Calibri"/>
                <a:sym typeface="Calibri"/>
              </a:rPr>
              <a:t>Browse doctors and see their details</a:t>
            </a:r>
            <a:endParaRPr sz="1400" b="0" i="0" u="none" strike="noStrike" cap="none">
              <a:solidFill>
                <a:schemeClr val="dk1"/>
              </a:solidFill>
              <a:latin typeface="Calibri"/>
              <a:ea typeface="Calibri"/>
              <a:cs typeface="Calibri"/>
              <a:sym typeface="Calibri"/>
            </a:endParaRPr>
          </a:p>
          <a:p>
            <a:pPr marL="342900" marR="0" lvl="0" indent="-342900" algn="l" rtl="0">
              <a:spcBef>
                <a:spcPts val="800"/>
              </a:spcBef>
              <a:spcAft>
                <a:spcPts val="0"/>
              </a:spcAft>
              <a:buClr>
                <a:srgbClr val="042047"/>
              </a:buClr>
              <a:buSzPts val="1400"/>
              <a:buFont typeface="Calibri"/>
              <a:buChar char="•"/>
            </a:pPr>
            <a:r>
              <a:rPr lang="en-US" sz="1400" b="0" i="0" u="none" strike="noStrike" cap="none">
                <a:solidFill>
                  <a:srgbClr val="042047"/>
                </a:solidFill>
                <a:latin typeface="Calibri"/>
                <a:ea typeface="Calibri"/>
                <a:cs typeface="Calibri"/>
                <a:sym typeface="Calibri"/>
              </a:rPr>
              <a:t>Book an appointment online</a:t>
            </a:r>
            <a:endParaRPr sz="1400" b="0" i="0" u="none" strike="noStrike" cap="none">
              <a:solidFill>
                <a:schemeClr val="dk1"/>
              </a:solidFill>
              <a:latin typeface="Calibri"/>
              <a:ea typeface="Calibri"/>
              <a:cs typeface="Calibri"/>
              <a:sym typeface="Calibri"/>
            </a:endParaRPr>
          </a:p>
          <a:p>
            <a:pPr marL="342900" marR="0" lvl="0" indent="-342900" algn="l" rtl="0">
              <a:spcBef>
                <a:spcPts val="800"/>
              </a:spcBef>
              <a:spcAft>
                <a:spcPts val="0"/>
              </a:spcAft>
              <a:buClr>
                <a:srgbClr val="042047"/>
              </a:buClr>
              <a:buSzPts val="1400"/>
              <a:buFont typeface="Calibri"/>
              <a:buChar char="•"/>
            </a:pPr>
            <a:r>
              <a:rPr lang="en-US" sz="1400" b="0" i="0" u="none" strike="noStrike" cap="none">
                <a:solidFill>
                  <a:srgbClr val="042047"/>
                </a:solidFill>
                <a:latin typeface="Calibri"/>
                <a:ea typeface="Calibri"/>
                <a:cs typeface="Calibri"/>
                <a:sym typeface="Calibri"/>
              </a:rPr>
              <a:t>Register and manage their profile</a:t>
            </a:r>
            <a:endParaRPr sz="1400" b="0" i="0" u="none" strike="noStrike" cap="none">
              <a:solidFill>
                <a:schemeClr val="dk1"/>
              </a:solidFill>
              <a:latin typeface="Calibri"/>
              <a:ea typeface="Calibri"/>
              <a:cs typeface="Calibri"/>
              <a:sym typeface="Calibri"/>
            </a:endParaRPr>
          </a:p>
          <a:p>
            <a:pPr marL="342900" marR="0" lvl="0" indent="-342900" algn="l" rtl="0">
              <a:spcBef>
                <a:spcPts val="800"/>
              </a:spcBef>
              <a:spcAft>
                <a:spcPts val="0"/>
              </a:spcAft>
              <a:buClr>
                <a:srgbClr val="042047"/>
              </a:buClr>
              <a:buSzPts val="1400"/>
              <a:buFont typeface="Calibri"/>
              <a:buChar char="•"/>
            </a:pPr>
            <a:r>
              <a:rPr lang="en-US" sz="1400" b="0" i="0" u="none" strike="noStrike" cap="none">
                <a:solidFill>
                  <a:srgbClr val="042047"/>
                </a:solidFill>
                <a:latin typeface="Calibri"/>
                <a:ea typeface="Calibri"/>
                <a:cs typeface="Calibri"/>
                <a:sym typeface="Calibri"/>
              </a:rPr>
              <a:t>View everything on the admin dashboard</a:t>
            </a:r>
            <a:endParaRPr sz="1400" b="0" i="0" u="none" strike="noStrike" cap="none">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76"/>
        <p:cNvGrpSpPr/>
        <p:nvPr/>
      </p:nvGrpSpPr>
      <p:grpSpPr>
        <a:xfrm>
          <a:off x="0" y="0"/>
          <a:ext cx="0" cy="0"/>
          <a:chOff x="0" y="0"/>
          <a:chExt cx="0" cy="0"/>
        </a:xfrm>
      </p:grpSpPr>
      <p:sp>
        <p:nvSpPr>
          <p:cNvPr id="77" name="Google Shape;77;p6"/>
          <p:cNvSpPr/>
          <p:nvPr/>
        </p:nvSpPr>
        <p:spPr>
          <a:xfrm>
            <a:off x="640080" y="411480"/>
            <a:ext cx="10908792" cy="7315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42047"/>
              </a:buClr>
              <a:buSzPts val="3400"/>
              <a:buFont typeface="Cambria"/>
              <a:buNone/>
            </a:pPr>
            <a:r>
              <a:rPr lang="en-US" sz="3400" b="1" i="0" u="none" strike="noStrike" cap="none">
                <a:solidFill>
                  <a:srgbClr val="042047"/>
                </a:solidFill>
                <a:latin typeface="Cambria"/>
                <a:ea typeface="Cambria"/>
                <a:cs typeface="Cambria"/>
                <a:sym typeface="Cambria"/>
              </a:rPr>
              <a:t>Objectives and Scope</a:t>
            </a:r>
            <a:endParaRPr sz="3400" b="0" i="0" u="none" strike="noStrike" cap="none">
              <a:solidFill>
                <a:schemeClr val="dk1"/>
              </a:solidFill>
              <a:latin typeface="Calibri"/>
              <a:ea typeface="Calibri"/>
              <a:cs typeface="Calibri"/>
              <a:sym typeface="Calibri"/>
            </a:endParaRPr>
          </a:p>
        </p:txBody>
      </p:sp>
      <p:sp>
        <p:nvSpPr>
          <p:cNvPr id="78" name="Google Shape;78;p6"/>
          <p:cNvSpPr/>
          <p:nvPr/>
        </p:nvSpPr>
        <p:spPr>
          <a:xfrm>
            <a:off x="640080" y="1115568"/>
            <a:ext cx="10908792" cy="365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85858"/>
              </a:buClr>
              <a:buSzPts val="1500"/>
              <a:buFont typeface="Calibri"/>
              <a:buNone/>
            </a:pPr>
            <a:r>
              <a:rPr lang="en-US" sz="1500" b="0" i="0" u="none" strike="noStrike" cap="none">
                <a:solidFill>
                  <a:srgbClr val="585858"/>
                </a:solidFill>
                <a:latin typeface="Calibri"/>
                <a:ea typeface="Calibri"/>
                <a:cs typeface="Calibri"/>
                <a:sym typeface="Calibri"/>
              </a:rPr>
              <a:t>What we planned to build, and what we kept out</a:t>
            </a:r>
            <a:endParaRPr sz="1500" b="0" i="0" u="none" strike="noStrike" cap="none">
              <a:solidFill>
                <a:schemeClr val="dk1"/>
              </a:solidFill>
              <a:latin typeface="Calibri"/>
              <a:ea typeface="Calibri"/>
              <a:cs typeface="Calibri"/>
              <a:sym typeface="Calibri"/>
            </a:endParaRPr>
          </a:p>
        </p:txBody>
      </p:sp>
      <p:sp>
        <p:nvSpPr>
          <p:cNvPr id="79" name="Google Shape;79;p6"/>
          <p:cNvSpPr/>
          <p:nvPr/>
        </p:nvSpPr>
        <p:spPr>
          <a:xfrm>
            <a:off x="640080" y="1783080"/>
            <a:ext cx="6492240" cy="3235960"/>
          </a:xfrm>
          <a:prstGeom prst="roundRect">
            <a:avLst>
              <a:gd name="adj" fmla="val 2667"/>
            </a:avLst>
          </a:prstGeom>
          <a:solidFill>
            <a:srgbClr val="FFFFFF"/>
          </a:solidFill>
          <a:ln w="12700" cap="flat" cmpd="sng">
            <a:solidFill>
              <a:srgbClr val="DEE2E6"/>
            </a:solidFill>
            <a:prstDash val="solid"/>
            <a:round/>
            <a:headEnd type="none" w="sm" len="sm"/>
            <a:tailEnd type="none" w="sm" len="sm"/>
          </a:ln>
          <a:effectLst>
            <a:outerShdw blurRad="101600" dist="25400" dir="5400000" algn="bl" rotWithShape="0">
              <a:srgbClr val="BFBFBF">
                <a:alpha val="34902"/>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 name="Google Shape;80;p6"/>
          <p:cNvSpPr/>
          <p:nvPr/>
        </p:nvSpPr>
        <p:spPr>
          <a:xfrm>
            <a:off x="960120" y="2011680"/>
            <a:ext cx="2743200" cy="4114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42047"/>
              </a:buClr>
              <a:buSzPts val="2200"/>
              <a:buFont typeface="Cambria"/>
              <a:buNone/>
            </a:pPr>
            <a:r>
              <a:rPr lang="en-US" sz="2200" b="1" i="0" u="none" strike="noStrike" cap="none">
                <a:solidFill>
                  <a:srgbClr val="042047"/>
                </a:solidFill>
                <a:latin typeface="Cambria"/>
                <a:ea typeface="Cambria"/>
                <a:cs typeface="Cambria"/>
                <a:sym typeface="Cambria"/>
              </a:rPr>
              <a:t>In Scope</a:t>
            </a:r>
            <a:endParaRPr sz="2200" b="0" i="0" u="none" strike="noStrike" cap="none">
              <a:solidFill>
                <a:schemeClr val="dk1"/>
              </a:solidFill>
              <a:latin typeface="Calibri"/>
              <a:ea typeface="Calibri"/>
              <a:cs typeface="Calibri"/>
              <a:sym typeface="Calibri"/>
            </a:endParaRPr>
          </a:p>
        </p:txBody>
      </p:sp>
      <p:sp>
        <p:nvSpPr>
          <p:cNvPr id="81" name="Google Shape;81;p6"/>
          <p:cNvSpPr/>
          <p:nvPr/>
        </p:nvSpPr>
        <p:spPr>
          <a:xfrm>
            <a:off x="960120" y="2560320"/>
            <a:ext cx="5852160" cy="3017520"/>
          </a:xfrm>
          <a:prstGeom prst="rect">
            <a:avLst/>
          </a:prstGeom>
          <a:noFill/>
          <a:ln>
            <a:noFill/>
          </a:ln>
        </p:spPr>
        <p:txBody>
          <a:bodyPr spcFirstLastPara="1" wrap="square" lIns="0" tIns="0" rIns="0" bIns="0" anchor="t" anchorCtr="0">
            <a:noAutofit/>
          </a:bodyPr>
          <a:lstStyle/>
          <a:p>
            <a:pPr marL="342900" marR="0" lvl="0" indent="-342900" algn="l" rtl="0">
              <a:spcBef>
                <a:spcPts val="0"/>
              </a:spcBef>
              <a:spcAft>
                <a:spcPts val="0"/>
              </a:spcAft>
              <a:buClr>
                <a:srgbClr val="042047"/>
              </a:buClr>
              <a:buSzPts val="1400"/>
              <a:buFont typeface="Calibri"/>
              <a:buChar char="•"/>
            </a:pPr>
            <a:r>
              <a:rPr lang="en-US" sz="1400" b="0" i="0" u="none" strike="noStrike" cap="none">
                <a:solidFill>
                  <a:srgbClr val="042047"/>
                </a:solidFill>
                <a:latin typeface="Calibri"/>
                <a:ea typeface="Calibri"/>
                <a:cs typeface="Calibri"/>
                <a:sym typeface="Calibri"/>
              </a:rPr>
              <a:t>Online appointment booking form</a:t>
            </a:r>
            <a:endParaRPr sz="1400" b="0" i="0" u="none" strike="noStrike" cap="none">
              <a:solidFill>
                <a:schemeClr val="dk1"/>
              </a:solidFill>
              <a:latin typeface="Calibri"/>
              <a:ea typeface="Calibri"/>
              <a:cs typeface="Calibri"/>
              <a:sym typeface="Calibri"/>
            </a:endParaRPr>
          </a:p>
          <a:p>
            <a:pPr marL="342900" marR="0" lvl="0" indent="-342900" algn="l" rtl="0">
              <a:spcBef>
                <a:spcPts val="1000"/>
              </a:spcBef>
              <a:spcAft>
                <a:spcPts val="0"/>
              </a:spcAft>
              <a:buClr>
                <a:srgbClr val="042047"/>
              </a:buClr>
              <a:buSzPts val="1400"/>
              <a:buFont typeface="Calibri"/>
              <a:buChar char="•"/>
            </a:pPr>
            <a:r>
              <a:rPr lang="en-US" sz="1400" b="0" i="0" u="none" strike="noStrike" cap="none">
                <a:solidFill>
                  <a:srgbClr val="042047"/>
                </a:solidFill>
                <a:latin typeface="Calibri"/>
                <a:ea typeface="Calibri"/>
                <a:cs typeface="Calibri"/>
                <a:sym typeface="Calibri"/>
              </a:rPr>
              <a:t>Doctors listing with search and profile pages</a:t>
            </a:r>
            <a:endParaRPr sz="1400" b="0" i="0" u="none" strike="noStrike" cap="none">
              <a:solidFill>
                <a:schemeClr val="dk1"/>
              </a:solidFill>
              <a:latin typeface="Calibri"/>
              <a:ea typeface="Calibri"/>
              <a:cs typeface="Calibri"/>
              <a:sym typeface="Calibri"/>
            </a:endParaRPr>
          </a:p>
          <a:p>
            <a:pPr marL="342900" marR="0" lvl="0" indent="-342900" algn="l" rtl="0">
              <a:spcBef>
                <a:spcPts val="1000"/>
              </a:spcBef>
              <a:spcAft>
                <a:spcPts val="0"/>
              </a:spcAft>
              <a:buClr>
                <a:srgbClr val="042047"/>
              </a:buClr>
              <a:buSzPts val="1400"/>
              <a:buFont typeface="Calibri"/>
              <a:buChar char="•"/>
            </a:pPr>
            <a:r>
              <a:rPr lang="en-US" sz="1400" b="0" i="0" u="none" strike="noStrike" cap="none">
                <a:solidFill>
                  <a:srgbClr val="042047"/>
                </a:solidFill>
                <a:latin typeface="Calibri"/>
                <a:ea typeface="Calibri"/>
                <a:cs typeface="Calibri"/>
                <a:sym typeface="Calibri"/>
              </a:rPr>
              <a:t>Patient registration form</a:t>
            </a:r>
            <a:endParaRPr sz="1400" b="0" i="0" u="none" strike="noStrike" cap="none">
              <a:solidFill>
                <a:schemeClr val="dk1"/>
              </a:solidFill>
              <a:latin typeface="Calibri"/>
              <a:ea typeface="Calibri"/>
              <a:cs typeface="Calibri"/>
              <a:sym typeface="Calibri"/>
            </a:endParaRPr>
          </a:p>
          <a:p>
            <a:pPr marL="342900" marR="0" lvl="0" indent="-342900" algn="l" rtl="0">
              <a:spcBef>
                <a:spcPts val="1000"/>
              </a:spcBef>
              <a:spcAft>
                <a:spcPts val="0"/>
              </a:spcAft>
              <a:buClr>
                <a:srgbClr val="042047"/>
              </a:buClr>
              <a:buSzPts val="1400"/>
              <a:buFont typeface="Calibri"/>
              <a:buChar char="•"/>
            </a:pPr>
            <a:r>
              <a:rPr lang="en-US" sz="1400" b="0" i="0" u="none" strike="noStrike" cap="none">
                <a:solidFill>
                  <a:srgbClr val="042047"/>
                </a:solidFill>
                <a:latin typeface="Calibri"/>
                <a:ea typeface="Calibri"/>
                <a:cs typeface="Calibri"/>
                <a:sym typeface="Calibri"/>
              </a:rPr>
              <a:t>Admin dashboard with stats and recent bookings</a:t>
            </a:r>
            <a:endParaRPr sz="1400" b="0" i="0" u="none" strike="noStrike" cap="none">
              <a:solidFill>
                <a:schemeClr val="dk1"/>
              </a:solidFill>
              <a:latin typeface="Calibri"/>
              <a:ea typeface="Calibri"/>
              <a:cs typeface="Calibri"/>
              <a:sym typeface="Calibri"/>
            </a:endParaRPr>
          </a:p>
          <a:p>
            <a:pPr marL="342900" marR="0" lvl="0" indent="-342900" algn="l" rtl="0">
              <a:spcBef>
                <a:spcPts val="1000"/>
              </a:spcBef>
              <a:spcAft>
                <a:spcPts val="0"/>
              </a:spcAft>
              <a:buClr>
                <a:srgbClr val="042047"/>
              </a:buClr>
              <a:buSzPts val="1400"/>
              <a:buFont typeface="Calibri"/>
              <a:buChar char="•"/>
            </a:pPr>
            <a:r>
              <a:rPr lang="en-US" sz="1400" b="0" i="0" u="none" strike="noStrike" cap="none">
                <a:solidFill>
                  <a:srgbClr val="042047"/>
                </a:solidFill>
                <a:latin typeface="Calibri"/>
                <a:ea typeface="Calibri"/>
                <a:cs typeface="Calibri"/>
                <a:sym typeface="Calibri"/>
              </a:rPr>
              <a:t>Login, Signup and protected pages</a:t>
            </a:r>
            <a:endParaRPr sz="1400" b="0" i="0" u="none" strike="noStrike" cap="none">
              <a:solidFill>
                <a:schemeClr val="dk1"/>
              </a:solidFill>
              <a:latin typeface="Calibri"/>
              <a:ea typeface="Calibri"/>
              <a:cs typeface="Calibri"/>
              <a:sym typeface="Calibri"/>
            </a:endParaRPr>
          </a:p>
          <a:p>
            <a:pPr marL="342900" marR="0" lvl="0" indent="-342900" algn="l" rtl="0">
              <a:spcBef>
                <a:spcPts val="1000"/>
              </a:spcBef>
              <a:spcAft>
                <a:spcPts val="0"/>
              </a:spcAft>
              <a:buClr>
                <a:srgbClr val="042047"/>
              </a:buClr>
              <a:buSzPts val="1400"/>
              <a:buFont typeface="Calibri"/>
              <a:buChar char="•"/>
            </a:pPr>
            <a:r>
              <a:rPr lang="en-US" sz="1400" b="0" i="0" u="none" strike="noStrike" cap="none">
                <a:solidFill>
                  <a:srgbClr val="042047"/>
                </a:solidFill>
                <a:latin typeface="Calibri"/>
                <a:ea typeface="Calibri"/>
                <a:cs typeface="Calibri"/>
                <a:sym typeface="Calibri"/>
              </a:rPr>
              <a:t>Fully responsive on mobile, tablet and desktop</a:t>
            </a:r>
            <a:endParaRPr sz="1400" b="0" i="0" u="none" strike="noStrike" cap="none">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90"/>
        <p:cNvGrpSpPr/>
        <p:nvPr/>
      </p:nvGrpSpPr>
      <p:grpSpPr>
        <a:xfrm>
          <a:off x="0" y="0"/>
          <a:ext cx="0" cy="0"/>
          <a:chOff x="0" y="0"/>
          <a:chExt cx="0" cy="0"/>
        </a:xfrm>
      </p:grpSpPr>
      <p:sp>
        <p:nvSpPr>
          <p:cNvPr id="91" name="Google Shape;91;p7"/>
          <p:cNvSpPr/>
          <p:nvPr/>
        </p:nvSpPr>
        <p:spPr>
          <a:xfrm>
            <a:off x="640080" y="411480"/>
            <a:ext cx="10908792" cy="7315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42047"/>
              </a:buClr>
              <a:buSzPts val="3400"/>
              <a:buFont typeface="Cambria"/>
              <a:buNone/>
            </a:pPr>
            <a:r>
              <a:rPr lang="en-US" sz="3400" b="1" i="0" u="none" strike="noStrike" cap="none">
                <a:solidFill>
                  <a:srgbClr val="042047"/>
                </a:solidFill>
                <a:latin typeface="Cambria"/>
                <a:ea typeface="Cambria"/>
                <a:cs typeface="Cambria"/>
                <a:sym typeface="Cambria"/>
              </a:rPr>
              <a:t>Software Development Life Cycle</a:t>
            </a:r>
            <a:endParaRPr sz="3400" b="0" i="0" u="none" strike="noStrike" cap="none">
              <a:solidFill>
                <a:schemeClr val="dk1"/>
              </a:solidFill>
              <a:latin typeface="Calibri"/>
              <a:ea typeface="Calibri"/>
              <a:cs typeface="Calibri"/>
              <a:sym typeface="Calibri"/>
            </a:endParaRPr>
          </a:p>
        </p:txBody>
      </p:sp>
      <p:sp>
        <p:nvSpPr>
          <p:cNvPr id="92" name="Google Shape;92;p7"/>
          <p:cNvSpPr/>
          <p:nvPr/>
        </p:nvSpPr>
        <p:spPr>
          <a:xfrm>
            <a:off x="640080" y="1115568"/>
            <a:ext cx="10908792" cy="365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85858"/>
              </a:buClr>
              <a:buSzPts val="1500"/>
              <a:buFont typeface="Calibri"/>
              <a:buNone/>
            </a:pPr>
            <a:r>
              <a:rPr lang="en-US" sz="1500" b="0" i="0" u="none" strike="noStrike" cap="none">
                <a:solidFill>
                  <a:srgbClr val="585858"/>
                </a:solidFill>
                <a:latin typeface="Calibri"/>
                <a:ea typeface="Calibri"/>
                <a:cs typeface="Calibri"/>
                <a:sym typeface="Calibri"/>
              </a:rPr>
              <a:t>The seven phases every software project goes through</a:t>
            </a:r>
            <a:endParaRPr sz="1500" b="0" i="0" u="none" strike="noStrike" cap="none">
              <a:solidFill>
                <a:schemeClr val="dk1"/>
              </a:solidFill>
              <a:latin typeface="Calibri"/>
              <a:ea typeface="Calibri"/>
              <a:cs typeface="Calibri"/>
              <a:sym typeface="Calibri"/>
            </a:endParaRPr>
          </a:p>
        </p:txBody>
      </p:sp>
      <p:sp>
        <p:nvSpPr>
          <p:cNvPr id="93" name="Google Shape;93;p7"/>
          <p:cNvSpPr/>
          <p:nvPr/>
        </p:nvSpPr>
        <p:spPr>
          <a:xfrm>
            <a:off x="640080" y="1737360"/>
            <a:ext cx="2487168" cy="1600200"/>
          </a:xfrm>
          <a:prstGeom prst="roundRect">
            <a:avLst>
              <a:gd name="adj" fmla="val 6857"/>
            </a:avLst>
          </a:prstGeom>
          <a:solidFill>
            <a:srgbClr val="FFFFFF"/>
          </a:solidFill>
          <a:ln w="12700" cap="flat" cmpd="sng">
            <a:solidFill>
              <a:srgbClr val="DEE2E6"/>
            </a:solidFill>
            <a:prstDash val="solid"/>
            <a:round/>
            <a:headEnd type="none" w="sm" len="sm"/>
            <a:tailEnd type="none" w="sm" len="sm"/>
          </a:ln>
          <a:effectLst>
            <a:outerShdw blurRad="101600" dist="25400" dir="5400000" algn="bl" rotWithShape="0">
              <a:srgbClr val="BFBFBF">
                <a:alpha val="34902"/>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 name="Google Shape;94;p7"/>
          <p:cNvSpPr/>
          <p:nvPr/>
        </p:nvSpPr>
        <p:spPr>
          <a:xfrm>
            <a:off x="896112" y="1993392"/>
            <a:ext cx="502920" cy="502920"/>
          </a:xfrm>
          <a:prstGeom prst="ellipse">
            <a:avLst/>
          </a:prstGeom>
          <a:solidFill>
            <a:srgbClr val="0D6EF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 name="Google Shape;95;p7"/>
          <p:cNvSpPr/>
          <p:nvPr/>
        </p:nvSpPr>
        <p:spPr>
          <a:xfrm>
            <a:off x="896112" y="1993392"/>
            <a:ext cx="502920" cy="5029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1500"/>
              <a:buFont typeface="Calibri"/>
              <a:buNone/>
            </a:pPr>
            <a:r>
              <a:rPr lang="en-US" sz="1500" b="1" i="0" u="none" strike="noStrike" cap="none">
                <a:solidFill>
                  <a:srgbClr val="FFFFFF"/>
                </a:solidFill>
                <a:latin typeface="Calibri"/>
                <a:ea typeface="Calibri"/>
                <a:cs typeface="Calibri"/>
                <a:sym typeface="Calibri"/>
              </a:rPr>
              <a:t>1</a:t>
            </a:r>
            <a:endParaRPr sz="1500" b="0" i="0" u="none" strike="noStrike" cap="none">
              <a:solidFill>
                <a:schemeClr val="dk1"/>
              </a:solidFill>
              <a:latin typeface="Calibri"/>
              <a:ea typeface="Calibri"/>
              <a:cs typeface="Calibri"/>
              <a:sym typeface="Calibri"/>
            </a:endParaRPr>
          </a:p>
        </p:txBody>
      </p:sp>
      <p:sp>
        <p:nvSpPr>
          <p:cNvPr id="96" name="Google Shape;96;p7"/>
          <p:cNvSpPr/>
          <p:nvPr/>
        </p:nvSpPr>
        <p:spPr>
          <a:xfrm>
            <a:off x="1508760" y="2029968"/>
            <a:ext cx="1389888" cy="4114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42047"/>
              </a:buClr>
              <a:buSzPts val="1500"/>
              <a:buFont typeface="Calibri"/>
              <a:buNone/>
            </a:pPr>
            <a:r>
              <a:rPr lang="en-US" sz="1500" b="1" i="0" u="none" strike="noStrike" cap="none">
                <a:solidFill>
                  <a:srgbClr val="042047"/>
                </a:solidFill>
                <a:latin typeface="Calibri"/>
                <a:ea typeface="Calibri"/>
                <a:cs typeface="Calibri"/>
                <a:sym typeface="Calibri"/>
              </a:rPr>
              <a:t>Planning</a:t>
            </a:r>
            <a:endParaRPr sz="1500" b="0" i="0" u="none" strike="noStrike" cap="none">
              <a:solidFill>
                <a:schemeClr val="dk1"/>
              </a:solidFill>
              <a:latin typeface="Calibri"/>
              <a:ea typeface="Calibri"/>
              <a:cs typeface="Calibri"/>
              <a:sym typeface="Calibri"/>
            </a:endParaRPr>
          </a:p>
        </p:txBody>
      </p:sp>
      <p:sp>
        <p:nvSpPr>
          <p:cNvPr id="97" name="Google Shape;97;p7"/>
          <p:cNvSpPr/>
          <p:nvPr/>
        </p:nvSpPr>
        <p:spPr>
          <a:xfrm>
            <a:off x="896112" y="2633472"/>
            <a:ext cx="1975104" cy="5486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585858"/>
              </a:buClr>
              <a:buSzPts val="1150"/>
              <a:buFont typeface="Calibri"/>
              <a:buNone/>
            </a:pPr>
            <a:r>
              <a:rPr lang="en-US" sz="1150" b="0" i="0" u="none" strike="noStrike" cap="none">
                <a:solidFill>
                  <a:srgbClr val="585858"/>
                </a:solidFill>
                <a:latin typeface="Calibri"/>
                <a:ea typeface="Calibri"/>
                <a:cs typeface="Calibri"/>
                <a:sym typeface="Calibri"/>
              </a:rPr>
              <a:t>Decide idea, team and timeline</a:t>
            </a:r>
            <a:endParaRPr sz="1150" b="0" i="0" u="none" strike="noStrike" cap="none">
              <a:solidFill>
                <a:schemeClr val="dk1"/>
              </a:solidFill>
              <a:latin typeface="Calibri"/>
              <a:ea typeface="Calibri"/>
              <a:cs typeface="Calibri"/>
              <a:sym typeface="Calibri"/>
            </a:endParaRPr>
          </a:p>
        </p:txBody>
      </p:sp>
      <p:sp>
        <p:nvSpPr>
          <p:cNvPr id="98" name="Google Shape;98;p7"/>
          <p:cNvSpPr/>
          <p:nvPr/>
        </p:nvSpPr>
        <p:spPr>
          <a:xfrm>
            <a:off x="3447288" y="1737360"/>
            <a:ext cx="2487168" cy="1600200"/>
          </a:xfrm>
          <a:prstGeom prst="roundRect">
            <a:avLst>
              <a:gd name="adj" fmla="val 6857"/>
            </a:avLst>
          </a:prstGeom>
          <a:solidFill>
            <a:srgbClr val="FFFFFF"/>
          </a:solidFill>
          <a:ln w="12700" cap="flat" cmpd="sng">
            <a:solidFill>
              <a:srgbClr val="DEE2E6"/>
            </a:solidFill>
            <a:prstDash val="solid"/>
            <a:round/>
            <a:headEnd type="none" w="sm" len="sm"/>
            <a:tailEnd type="none" w="sm" len="sm"/>
          </a:ln>
          <a:effectLst>
            <a:outerShdw blurRad="101600" dist="25400" dir="5400000" algn="bl" rotWithShape="0">
              <a:srgbClr val="BFBFBF">
                <a:alpha val="34902"/>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 name="Google Shape;99;p7"/>
          <p:cNvSpPr/>
          <p:nvPr/>
        </p:nvSpPr>
        <p:spPr>
          <a:xfrm>
            <a:off x="3703320" y="1993392"/>
            <a:ext cx="502920" cy="502920"/>
          </a:xfrm>
          <a:prstGeom prst="ellipse">
            <a:avLst/>
          </a:prstGeom>
          <a:solidFill>
            <a:srgbClr val="0D6EF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 name="Google Shape;100;p7"/>
          <p:cNvSpPr/>
          <p:nvPr/>
        </p:nvSpPr>
        <p:spPr>
          <a:xfrm>
            <a:off x="3703320" y="1993392"/>
            <a:ext cx="502920" cy="5029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1500"/>
              <a:buFont typeface="Calibri"/>
              <a:buNone/>
            </a:pPr>
            <a:r>
              <a:rPr lang="en-US" sz="1500" b="1" i="0" u="none" strike="noStrike" cap="none">
                <a:solidFill>
                  <a:srgbClr val="FFFFFF"/>
                </a:solidFill>
                <a:latin typeface="Calibri"/>
                <a:ea typeface="Calibri"/>
                <a:cs typeface="Calibri"/>
                <a:sym typeface="Calibri"/>
              </a:rPr>
              <a:t>2</a:t>
            </a:r>
            <a:endParaRPr sz="1500" b="0" i="0" u="none" strike="noStrike" cap="none">
              <a:solidFill>
                <a:schemeClr val="dk1"/>
              </a:solidFill>
              <a:latin typeface="Calibri"/>
              <a:ea typeface="Calibri"/>
              <a:cs typeface="Calibri"/>
              <a:sym typeface="Calibri"/>
            </a:endParaRPr>
          </a:p>
        </p:txBody>
      </p:sp>
      <p:sp>
        <p:nvSpPr>
          <p:cNvPr id="101" name="Google Shape;101;p7"/>
          <p:cNvSpPr/>
          <p:nvPr/>
        </p:nvSpPr>
        <p:spPr>
          <a:xfrm>
            <a:off x="4315968" y="2029968"/>
            <a:ext cx="1389888" cy="4114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42047"/>
              </a:buClr>
              <a:buSzPts val="1500"/>
              <a:buFont typeface="Calibri"/>
              <a:buNone/>
            </a:pPr>
            <a:r>
              <a:rPr lang="en-US" sz="1500" b="1" i="0" u="none" strike="noStrike" cap="none">
                <a:solidFill>
                  <a:srgbClr val="042047"/>
                </a:solidFill>
                <a:latin typeface="Calibri"/>
                <a:ea typeface="Calibri"/>
                <a:cs typeface="Calibri"/>
                <a:sym typeface="Calibri"/>
              </a:rPr>
              <a:t>Requirements</a:t>
            </a:r>
            <a:endParaRPr sz="1500" b="0" i="0" u="none" strike="noStrike" cap="none">
              <a:solidFill>
                <a:schemeClr val="dk1"/>
              </a:solidFill>
              <a:latin typeface="Calibri"/>
              <a:ea typeface="Calibri"/>
              <a:cs typeface="Calibri"/>
              <a:sym typeface="Calibri"/>
            </a:endParaRPr>
          </a:p>
        </p:txBody>
      </p:sp>
      <p:sp>
        <p:nvSpPr>
          <p:cNvPr id="102" name="Google Shape;102;p7"/>
          <p:cNvSpPr/>
          <p:nvPr/>
        </p:nvSpPr>
        <p:spPr>
          <a:xfrm>
            <a:off x="3703320" y="2633472"/>
            <a:ext cx="1975104" cy="5486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585858"/>
              </a:buClr>
              <a:buSzPts val="1150"/>
              <a:buFont typeface="Calibri"/>
              <a:buNone/>
            </a:pPr>
            <a:r>
              <a:rPr lang="en-US" sz="1150" b="0" i="0" u="none" strike="noStrike" cap="none">
                <a:solidFill>
                  <a:srgbClr val="585858"/>
                </a:solidFill>
                <a:latin typeface="Calibri"/>
                <a:ea typeface="Calibri"/>
                <a:cs typeface="Calibri"/>
                <a:sym typeface="Calibri"/>
              </a:rPr>
              <a:t>List what the system must do</a:t>
            </a:r>
            <a:endParaRPr sz="1150" b="0" i="0" u="none" strike="noStrike" cap="none">
              <a:solidFill>
                <a:schemeClr val="dk1"/>
              </a:solidFill>
              <a:latin typeface="Calibri"/>
              <a:ea typeface="Calibri"/>
              <a:cs typeface="Calibri"/>
              <a:sym typeface="Calibri"/>
            </a:endParaRPr>
          </a:p>
        </p:txBody>
      </p:sp>
      <p:sp>
        <p:nvSpPr>
          <p:cNvPr id="103" name="Google Shape;103;p7"/>
          <p:cNvSpPr/>
          <p:nvPr/>
        </p:nvSpPr>
        <p:spPr>
          <a:xfrm>
            <a:off x="6254496" y="1737360"/>
            <a:ext cx="2487168" cy="1600200"/>
          </a:xfrm>
          <a:prstGeom prst="roundRect">
            <a:avLst>
              <a:gd name="adj" fmla="val 6857"/>
            </a:avLst>
          </a:prstGeom>
          <a:solidFill>
            <a:srgbClr val="FFFFFF"/>
          </a:solidFill>
          <a:ln w="12700" cap="flat" cmpd="sng">
            <a:solidFill>
              <a:srgbClr val="DEE2E6"/>
            </a:solidFill>
            <a:prstDash val="solid"/>
            <a:round/>
            <a:headEnd type="none" w="sm" len="sm"/>
            <a:tailEnd type="none" w="sm" len="sm"/>
          </a:ln>
          <a:effectLst>
            <a:outerShdw blurRad="101600" dist="25400" dir="5400000" algn="bl" rotWithShape="0">
              <a:srgbClr val="BFBFBF">
                <a:alpha val="34902"/>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 name="Google Shape;104;p7"/>
          <p:cNvSpPr/>
          <p:nvPr/>
        </p:nvSpPr>
        <p:spPr>
          <a:xfrm>
            <a:off x="6510528" y="1993392"/>
            <a:ext cx="502920" cy="502920"/>
          </a:xfrm>
          <a:prstGeom prst="ellipse">
            <a:avLst/>
          </a:prstGeom>
          <a:solidFill>
            <a:srgbClr val="0D6EF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 name="Google Shape;105;p7"/>
          <p:cNvSpPr/>
          <p:nvPr/>
        </p:nvSpPr>
        <p:spPr>
          <a:xfrm>
            <a:off x="6510528" y="1993392"/>
            <a:ext cx="502920" cy="5029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1500"/>
              <a:buFont typeface="Calibri"/>
              <a:buNone/>
            </a:pPr>
            <a:r>
              <a:rPr lang="en-US" sz="1500" b="1" i="0" u="none" strike="noStrike" cap="none">
                <a:solidFill>
                  <a:srgbClr val="FFFFFF"/>
                </a:solidFill>
                <a:latin typeface="Calibri"/>
                <a:ea typeface="Calibri"/>
                <a:cs typeface="Calibri"/>
                <a:sym typeface="Calibri"/>
              </a:rPr>
              <a:t>3</a:t>
            </a:r>
            <a:endParaRPr sz="1500" b="0" i="0" u="none" strike="noStrike" cap="none">
              <a:solidFill>
                <a:schemeClr val="dk1"/>
              </a:solidFill>
              <a:latin typeface="Calibri"/>
              <a:ea typeface="Calibri"/>
              <a:cs typeface="Calibri"/>
              <a:sym typeface="Calibri"/>
            </a:endParaRPr>
          </a:p>
        </p:txBody>
      </p:sp>
      <p:sp>
        <p:nvSpPr>
          <p:cNvPr id="106" name="Google Shape;106;p7"/>
          <p:cNvSpPr/>
          <p:nvPr/>
        </p:nvSpPr>
        <p:spPr>
          <a:xfrm>
            <a:off x="7123176" y="2029968"/>
            <a:ext cx="1389888" cy="4114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42047"/>
              </a:buClr>
              <a:buSzPts val="1500"/>
              <a:buFont typeface="Calibri"/>
              <a:buNone/>
            </a:pPr>
            <a:r>
              <a:rPr lang="en-US" sz="1500" b="1" i="0" u="none" strike="noStrike" cap="none">
                <a:solidFill>
                  <a:srgbClr val="042047"/>
                </a:solidFill>
                <a:latin typeface="Calibri"/>
                <a:ea typeface="Calibri"/>
                <a:cs typeface="Calibri"/>
                <a:sym typeface="Calibri"/>
              </a:rPr>
              <a:t>Design</a:t>
            </a:r>
            <a:endParaRPr sz="1500" b="0" i="0" u="none" strike="noStrike" cap="none">
              <a:solidFill>
                <a:schemeClr val="dk1"/>
              </a:solidFill>
              <a:latin typeface="Calibri"/>
              <a:ea typeface="Calibri"/>
              <a:cs typeface="Calibri"/>
              <a:sym typeface="Calibri"/>
            </a:endParaRPr>
          </a:p>
        </p:txBody>
      </p:sp>
      <p:sp>
        <p:nvSpPr>
          <p:cNvPr id="107" name="Google Shape;107;p7"/>
          <p:cNvSpPr/>
          <p:nvPr/>
        </p:nvSpPr>
        <p:spPr>
          <a:xfrm>
            <a:off x="6510528" y="2633472"/>
            <a:ext cx="1975104" cy="5486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585858"/>
              </a:buClr>
              <a:buSzPts val="1150"/>
              <a:buFont typeface="Calibri"/>
              <a:buNone/>
            </a:pPr>
            <a:r>
              <a:rPr lang="en-US" sz="1150" b="0" i="0" u="none" strike="noStrike" cap="none">
                <a:solidFill>
                  <a:srgbClr val="585858"/>
                </a:solidFill>
                <a:latin typeface="Calibri"/>
                <a:ea typeface="Calibri"/>
                <a:cs typeface="Calibri"/>
                <a:sym typeface="Calibri"/>
              </a:rPr>
              <a:t>Wireframes and component structure</a:t>
            </a:r>
            <a:endParaRPr sz="1150" b="0" i="0" u="none" strike="noStrike" cap="none">
              <a:solidFill>
                <a:schemeClr val="dk1"/>
              </a:solidFill>
              <a:latin typeface="Calibri"/>
              <a:ea typeface="Calibri"/>
              <a:cs typeface="Calibri"/>
              <a:sym typeface="Calibri"/>
            </a:endParaRPr>
          </a:p>
        </p:txBody>
      </p:sp>
      <p:sp>
        <p:nvSpPr>
          <p:cNvPr id="108" name="Google Shape;108;p7"/>
          <p:cNvSpPr/>
          <p:nvPr/>
        </p:nvSpPr>
        <p:spPr>
          <a:xfrm>
            <a:off x="9061704" y="1737360"/>
            <a:ext cx="2487168" cy="1600200"/>
          </a:xfrm>
          <a:prstGeom prst="roundRect">
            <a:avLst>
              <a:gd name="adj" fmla="val 6857"/>
            </a:avLst>
          </a:prstGeom>
          <a:solidFill>
            <a:srgbClr val="FFFFFF"/>
          </a:solidFill>
          <a:ln w="12700" cap="flat" cmpd="sng">
            <a:solidFill>
              <a:srgbClr val="DEE2E6"/>
            </a:solidFill>
            <a:prstDash val="solid"/>
            <a:round/>
            <a:headEnd type="none" w="sm" len="sm"/>
            <a:tailEnd type="none" w="sm" len="sm"/>
          </a:ln>
          <a:effectLst>
            <a:outerShdw blurRad="101600" dist="25400" dir="5400000" algn="bl" rotWithShape="0">
              <a:srgbClr val="BFBFBF">
                <a:alpha val="34902"/>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 name="Google Shape;109;p7"/>
          <p:cNvSpPr/>
          <p:nvPr/>
        </p:nvSpPr>
        <p:spPr>
          <a:xfrm>
            <a:off x="9317736" y="1993392"/>
            <a:ext cx="502920" cy="502920"/>
          </a:xfrm>
          <a:prstGeom prst="ellipse">
            <a:avLst/>
          </a:prstGeom>
          <a:solidFill>
            <a:srgbClr val="0D6EF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 name="Google Shape;110;p7"/>
          <p:cNvSpPr/>
          <p:nvPr/>
        </p:nvSpPr>
        <p:spPr>
          <a:xfrm>
            <a:off x="9317736" y="1993392"/>
            <a:ext cx="502920" cy="5029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1500"/>
              <a:buFont typeface="Calibri"/>
              <a:buNone/>
            </a:pPr>
            <a:r>
              <a:rPr lang="en-US" sz="1500" b="1" i="0" u="none" strike="noStrike" cap="none">
                <a:solidFill>
                  <a:srgbClr val="FFFFFF"/>
                </a:solidFill>
                <a:latin typeface="Calibri"/>
                <a:ea typeface="Calibri"/>
                <a:cs typeface="Calibri"/>
                <a:sym typeface="Calibri"/>
              </a:rPr>
              <a:t>4</a:t>
            </a:r>
            <a:endParaRPr sz="1500" b="0" i="0" u="none" strike="noStrike" cap="none">
              <a:solidFill>
                <a:schemeClr val="dk1"/>
              </a:solidFill>
              <a:latin typeface="Calibri"/>
              <a:ea typeface="Calibri"/>
              <a:cs typeface="Calibri"/>
              <a:sym typeface="Calibri"/>
            </a:endParaRPr>
          </a:p>
        </p:txBody>
      </p:sp>
      <p:sp>
        <p:nvSpPr>
          <p:cNvPr id="111" name="Google Shape;111;p7"/>
          <p:cNvSpPr/>
          <p:nvPr/>
        </p:nvSpPr>
        <p:spPr>
          <a:xfrm>
            <a:off x="9930384" y="2029968"/>
            <a:ext cx="1389888" cy="4114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42047"/>
              </a:buClr>
              <a:buSzPts val="1500"/>
              <a:buFont typeface="Calibri"/>
              <a:buNone/>
            </a:pPr>
            <a:r>
              <a:rPr lang="en-US" sz="1500" b="1" i="0" u="none" strike="noStrike" cap="none">
                <a:solidFill>
                  <a:srgbClr val="042047"/>
                </a:solidFill>
                <a:latin typeface="Calibri"/>
                <a:ea typeface="Calibri"/>
                <a:cs typeface="Calibri"/>
                <a:sym typeface="Calibri"/>
              </a:rPr>
              <a:t>Coding</a:t>
            </a:r>
            <a:endParaRPr sz="1500" b="0" i="0" u="none" strike="noStrike" cap="none">
              <a:solidFill>
                <a:schemeClr val="dk1"/>
              </a:solidFill>
              <a:latin typeface="Calibri"/>
              <a:ea typeface="Calibri"/>
              <a:cs typeface="Calibri"/>
              <a:sym typeface="Calibri"/>
            </a:endParaRPr>
          </a:p>
        </p:txBody>
      </p:sp>
      <p:sp>
        <p:nvSpPr>
          <p:cNvPr id="112" name="Google Shape;112;p7"/>
          <p:cNvSpPr/>
          <p:nvPr/>
        </p:nvSpPr>
        <p:spPr>
          <a:xfrm>
            <a:off x="9317736" y="2633472"/>
            <a:ext cx="1975104" cy="5486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585858"/>
              </a:buClr>
              <a:buSzPts val="1150"/>
              <a:buFont typeface="Calibri"/>
              <a:buNone/>
            </a:pPr>
            <a:r>
              <a:rPr lang="en-US" sz="1150" b="0" i="0" u="none" strike="noStrike" cap="none">
                <a:solidFill>
                  <a:srgbClr val="585858"/>
                </a:solidFill>
                <a:latin typeface="Calibri"/>
                <a:ea typeface="Calibri"/>
                <a:cs typeface="Calibri"/>
                <a:sym typeface="Calibri"/>
              </a:rPr>
              <a:t>Actual development of the pages</a:t>
            </a:r>
            <a:endParaRPr sz="1150" b="0" i="0" u="none" strike="noStrike" cap="none">
              <a:solidFill>
                <a:schemeClr val="dk1"/>
              </a:solidFill>
              <a:latin typeface="Calibri"/>
              <a:ea typeface="Calibri"/>
              <a:cs typeface="Calibri"/>
              <a:sym typeface="Calibri"/>
            </a:endParaRPr>
          </a:p>
        </p:txBody>
      </p:sp>
      <p:sp>
        <p:nvSpPr>
          <p:cNvPr id="113" name="Google Shape;113;p7"/>
          <p:cNvSpPr/>
          <p:nvPr/>
        </p:nvSpPr>
        <p:spPr>
          <a:xfrm>
            <a:off x="2043684" y="3611880"/>
            <a:ext cx="2487168" cy="1600200"/>
          </a:xfrm>
          <a:prstGeom prst="roundRect">
            <a:avLst>
              <a:gd name="adj" fmla="val 6857"/>
            </a:avLst>
          </a:prstGeom>
          <a:solidFill>
            <a:srgbClr val="DCEEFF"/>
          </a:solidFill>
          <a:ln w="12700" cap="flat" cmpd="sng">
            <a:solidFill>
              <a:srgbClr val="DEE2E6"/>
            </a:solidFill>
            <a:prstDash val="solid"/>
            <a:round/>
            <a:headEnd type="none" w="sm" len="sm"/>
            <a:tailEnd type="none" w="sm" len="sm"/>
          </a:ln>
          <a:effectLst>
            <a:outerShdw blurRad="101600" dist="25400" dir="5400000" algn="bl" rotWithShape="0">
              <a:srgbClr val="BFBFBF">
                <a:alpha val="34902"/>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 name="Google Shape;114;p7"/>
          <p:cNvSpPr/>
          <p:nvPr/>
        </p:nvSpPr>
        <p:spPr>
          <a:xfrm>
            <a:off x="2299716" y="3867912"/>
            <a:ext cx="502920" cy="502920"/>
          </a:xfrm>
          <a:prstGeom prst="ellipse">
            <a:avLst/>
          </a:prstGeom>
          <a:solidFill>
            <a:srgbClr val="0D6EF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 name="Google Shape;115;p7"/>
          <p:cNvSpPr/>
          <p:nvPr/>
        </p:nvSpPr>
        <p:spPr>
          <a:xfrm>
            <a:off x="2299716" y="3867912"/>
            <a:ext cx="502920" cy="5029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1500"/>
              <a:buFont typeface="Calibri"/>
              <a:buNone/>
            </a:pPr>
            <a:r>
              <a:rPr lang="en-US" sz="1500" b="1" i="0" u="none" strike="noStrike" cap="none">
                <a:solidFill>
                  <a:srgbClr val="FFFFFF"/>
                </a:solidFill>
                <a:latin typeface="Calibri"/>
                <a:ea typeface="Calibri"/>
                <a:cs typeface="Calibri"/>
                <a:sym typeface="Calibri"/>
              </a:rPr>
              <a:t>5</a:t>
            </a:r>
            <a:endParaRPr sz="1500" b="0" i="0" u="none" strike="noStrike" cap="none">
              <a:solidFill>
                <a:schemeClr val="dk1"/>
              </a:solidFill>
              <a:latin typeface="Calibri"/>
              <a:ea typeface="Calibri"/>
              <a:cs typeface="Calibri"/>
              <a:sym typeface="Calibri"/>
            </a:endParaRPr>
          </a:p>
        </p:txBody>
      </p:sp>
      <p:sp>
        <p:nvSpPr>
          <p:cNvPr id="116" name="Google Shape;116;p7"/>
          <p:cNvSpPr/>
          <p:nvPr/>
        </p:nvSpPr>
        <p:spPr>
          <a:xfrm>
            <a:off x="2912364" y="3904488"/>
            <a:ext cx="1389888" cy="4114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42047"/>
              </a:buClr>
              <a:buSzPts val="1500"/>
              <a:buFont typeface="Calibri"/>
              <a:buNone/>
            </a:pPr>
            <a:r>
              <a:rPr lang="en-US" sz="1500" b="1" i="0" u="none" strike="noStrike" cap="none">
                <a:solidFill>
                  <a:srgbClr val="042047"/>
                </a:solidFill>
                <a:latin typeface="Calibri"/>
                <a:ea typeface="Calibri"/>
                <a:cs typeface="Calibri"/>
                <a:sym typeface="Calibri"/>
              </a:rPr>
              <a:t>Testing</a:t>
            </a:r>
            <a:endParaRPr sz="1500" b="0" i="0" u="none" strike="noStrike" cap="none">
              <a:solidFill>
                <a:schemeClr val="dk1"/>
              </a:solidFill>
              <a:latin typeface="Calibri"/>
              <a:ea typeface="Calibri"/>
              <a:cs typeface="Calibri"/>
              <a:sym typeface="Calibri"/>
            </a:endParaRPr>
          </a:p>
        </p:txBody>
      </p:sp>
      <p:sp>
        <p:nvSpPr>
          <p:cNvPr id="117" name="Google Shape;117;p7"/>
          <p:cNvSpPr/>
          <p:nvPr/>
        </p:nvSpPr>
        <p:spPr>
          <a:xfrm>
            <a:off x="2299716" y="4507992"/>
            <a:ext cx="1975104" cy="5486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585858"/>
              </a:buClr>
              <a:buSzPts val="1150"/>
              <a:buFont typeface="Calibri"/>
              <a:buNone/>
            </a:pPr>
            <a:r>
              <a:rPr lang="en-US" sz="1150" b="0" i="0" u="none" strike="noStrike" cap="none">
                <a:solidFill>
                  <a:srgbClr val="585858"/>
                </a:solidFill>
                <a:latin typeface="Calibri"/>
                <a:ea typeface="Calibri"/>
                <a:cs typeface="Calibri"/>
                <a:sym typeface="Calibri"/>
              </a:rPr>
              <a:t>Check bugs and responsiveness</a:t>
            </a:r>
            <a:endParaRPr sz="1150" b="0" i="0" u="none" strike="noStrike" cap="none">
              <a:solidFill>
                <a:schemeClr val="dk1"/>
              </a:solidFill>
              <a:latin typeface="Calibri"/>
              <a:ea typeface="Calibri"/>
              <a:cs typeface="Calibri"/>
              <a:sym typeface="Calibri"/>
            </a:endParaRPr>
          </a:p>
        </p:txBody>
      </p:sp>
      <p:sp>
        <p:nvSpPr>
          <p:cNvPr id="118" name="Google Shape;118;p7"/>
          <p:cNvSpPr/>
          <p:nvPr/>
        </p:nvSpPr>
        <p:spPr>
          <a:xfrm>
            <a:off x="4850892" y="3611880"/>
            <a:ext cx="2487168" cy="1600200"/>
          </a:xfrm>
          <a:prstGeom prst="roundRect">
            <a:avLst>
              <a:gd name="adj" fmla="val 6857"/>
            </a:avLst>
          </a:prstGeom>
          <a:solidFill>
            <a:srgbClr val="DCEEFF"/>
          </a:solidFill>
          <a:ln w="12700" cap="flat" cmpd="sng">
            <a:solidFill>
              <a:srgbClr val="DEE2E6"/>
            </a:solidFill>
            <a:prstDash val="solid"/>
            <a:round/>
            <a:headEnd type="none" w="sm" len="sm"/>
            <a:tailEnd type="none" w="sm" len="sm"/>
          </a:ln>
          <a:effectLst>
            <a:outerShdw blurRad="101600" dist="25400" dir="5400000" algn="bl" rotWithShape="0">
              <a:srgbClr val="BFBFBF">
                <a:alpha val="34902"/>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 name="Google Shape;119;p7"/>
          <p:cNvSpPr/>
          <p:nvPr/>
        </p:nvSpPr>
        <p:spPr>
          <a:xfrm>
            <a:off x="5106924" y="3867912"/>
            <a:ext cx="502920" cy="502920"/>
          </a:xfrm>
          <a:prstGeom prst="ellipse">
            <a:avLst/>
          </a:prstGeom>
          <a:solidFill>
            <a:srgbClr val="0D6EF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 name="Google Shape;120;p7"/>
          <p:cNvSpPr/>
          <p:nvPr/>
        </p:nvSpPr>
        <p:spPr>
          <a:xfrm>
            <a:off x="5106924" y="3867912"/>
            <a:ext cx="502920" cy="5029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1500"/>
              <a:buFont typeface="Calibri"/>
              <a:buNone/>
            </a:pPr>
            <a:r>
              <a:rPr lang="en-US" sz="1500" b="1" i="0" u="none" strike="noStrike" cap="none">
                <a:solidFill>
                  <a:srgbClr val="FFFFFF"/>
                </a:solidFill>
                <a:latin typeface="Calibri"/>
                <a:ea typeface="Calibri"/>
                <a:cs typeface="Calibri"/>
                <a:sym typeface="Calibri"/>
              </a:rPr>
              <a:t>6</a:t>
            </a:r>
            <a:endParaRPr sz="1500" b="0" i="0" u="none" strike="noStrike" cap="none">
              <a:solidFill>
                <a:schemeClr val="dk1"/>
              </a:solidFill>
              <a:latin typeface="Calibri"/>
              <a:ea typeface="Calibri"/>
              <a:cs typeface="Calibri"/>
              <a:sym typeface="Calibri"/>
            </a:endParaRPr>
          </a:p>
        </p:txBody>
      </p:sp>
      <p:sp>
        <p:nvSpPr>
          <p:cNvPr id="121" name="Google Shape;121;p7"/>
          <p:cNvSpPr/>
          <p:nvPr/>
        </p:nvSpPr>
        <p:spPr>
          <a:xfrm>
            <a:off x="5719572" y="3904488"/>
            <a:ext cx="1389888" cy="4114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42047"/>
              </a:buClr>
              <a:buSzPts val="1500"/>
              <a:buFont typeface="Calibri"/>
              <a:buNone/>
            </a:pPr>
            <a:r>
              <a:rPr lang="en-US" sz="1500" b="1" i="0" u="none" strike="noStrike" cap="none">
                <a:solidFill>
                  <a:srgbClr val="042047"/>
                </a:solidFill>
                <a:latin typeface="Calibri"/>
                <a:ea typeface="Calibri"/>
                <a:cs typeface="Calibri"/>
                <a:sym typeface="Calibri"/>
              </a:rPr>
              <a:t>Deployment</a:t>
            </a:r>
            <a:endParaRPr sz="1500" b="0" i="0" u="none" strike="noStrike" cap="none">
              <a:solidFill>
                <a:schemeClr val="dk1"/>
              </a:solidFill>
              <a:latin typeface="Calibri"/>
              <a:ea typeface="Calibri"/>
              <a:cs typeface="Calibri"/>
              <a:sym typeface="Calibri"/>
            </a:endParaRPr>
          </a:p>
        </p:txBody>
      </p:sp>
      <p:sp>
        <p:nvSpPr>
          <p:cNvPr id="122" name="Google Shape;122;p7"/>
          <p:cNvSpPr/>
          <p:nvPr/>
        </p:nvSpPr>
        <p:spPr>
          <a:xfrm>
            <a:off x="5106924" y="4507992"/>
            <a:ext cx="1975104" cy="5486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585858"/>
              </a:buClr>
              <a:buSzPts val="1150"/>
              <a:buFont typeface="Calibri"/>
              <a:buNone/>
            </a:pPr>
            <a:r>
              <a:rPr lang="en-US" sz="1150" b="0" i="0" u="none" strike="noStrike" cap="none">
                <a:solidFill>
                  <a:srgbClr val="585858"/>
                </a:solidFill>
                <a:latin typeface="Calibri"/>
                <a:ea typeface="Calibri"/>
                <a:cs typeface="Calibri"/>
                <a:sym typeface="Calibri"/>
              </a:rPr>
              <a:t>Host the site on live server</a:t>
            </a:r>
            <a:endParaRPr sz="1150" b="0" i="0" u="none" strike="noStrike" cap="none">
              <a:solidFill>
                <a:schemeClr val="dk1"/>
              </a:solidFill>
              <a:latin typeface="Calibri"/>
              <a:ea typeface="Calibri"/>
              <a:cs typeface="Calibri"/>
              <a:sym typeface="Calibri"/>
            </a:endParaRPr>
          </a:p>
        </p:txBody>
      </p:sp>
      <p:sp>
        <p:nvSpPr>
          <p:cNvPr id="123" name="Google Shape;123;p7"/>
          <p:cNvSpPr/>
          <p:nvPr/>
        </p:nvSpPr>
        <p:spPr>
          <a:xfrm>
            <a:off x="7658100" y="3611880"/>
            <a:ext cx="2487168" cy="1600200"/>
          </a:xfrm>
          <a:prstGeom prst="roundRect">
            <a:avLst>
              <a:gd name="adj" fmla="val 6857"/>
            </a:avLst>
          </a:prstGeom>
          <a:solidFill>
            <a:srgbClr val="DCEEFF"/>
          </a:solidFill>
          <a:ln w="12700" cap="flat" cmpd="sng">
            <a:solidFill>
              <a:srgbClr val="DEE2E6"/>
            </a:solidFill>
            <a:prstDash val="solid"/>
            <a:round/>
            <a:headEnd type="none" w="sm" len="sm"/>
            <a:tailEnd type="none" w="sm" len="sm"/>
          </a:ln>
          <a:effectLst>
            <a:outerShdw blurRad="101600" dist="25400" dir="5400000" algn="bl" rotWithShape="0">
              <a:srgbClr val="BFBFBF">
                <a:alpha val="34902"/>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 name="Google Shape;124;p7"/>
          <p:cNvSpPr/>
          <p:nvPr/>
        </p:nvSpPr>
        <p:spPr>
          <a:xfrm>
            <a:off x="7914132" y="3867912"/>
            <a:ext cx="502920" cy="502920"/>
          </a:xfrm>
          <a:prstGeom prst="ellipse">
            <a:avLst/>
          </a:prstGeom>
          <a:solidFill>
            <a:srgbClr val="0D6EF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 name="Google Shape;125;p7"/>
          <p:cNvSpPr/>
          <p:nvPr/>
        </p:nvSpPr>
        <p:spPr>
          <a:xfrm>
            <a:off x="7914132" y="3867912"/>
            <a:ext cx="502920" cy="5029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1500"/>
              <a:buFont typeface="Calibri"/>
              <a:buNone/>
            </a:pPr>
            <a:r>
              <a:rPr lang="en-US" sz="1500" b="1" i="0" u="none" strike="noStrike" cap="none">
                <a:solidFill>
                  <a:srgbClr val="FFFFFF"/>
                </a:solidFill>
                <a:latin typeface="Calibri"/>
                <a:ea typeface="Calibri"/>
                <a:cs typeface="Calibri"/>
                <a:sym typeface="Calibri"/>
              </a:rPr>
              <a:t>7</a:t>
            </a:r>
            <a:endParaRPr sz="1500" b="0" i="0" u="none" strike="noStrike" cap="none">
              <a:solidFill>
                <a:schemeClr val="dk1"/>
              </a:solidFill>
              <a:latin typeface="Calibri"/>
              <a:ea typeface="Calibri"/>
              <a:cs typeface="Calibri"/>
              <a:sym typeface="Calibri"/>
            </a:endParaRPr>
          </a:p>
        </p:txBody>
      </p:sp>
      <p:sp>
        <p:nvSpPr>
          <p:cNvPr id="126" name="Google Shape;126;p7"/>
          <p:cNvSpPr/>
          <p:nvPr/>
        </p:nvSpPr>
        <p:spPr>
          <a:xfrm>
            <a:off x="8526780" y="3904488"/>
            <a:ext cx="1389888" cy="4114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42047"/>
              </a:buClr>
              <a:buSzPts val="1500"/>
              <a:buFont typeface="Calibri"/>
              <a:buNone/>
            </a:pPr>
            <a:r>
              <a:rPr lang="en-US" sz="1500" b="1" i="0" u="none" strike="noStrike" cap="none">
                <a:solidFill>
                  <a:srgbClr val="042047"/>
                </a:solidFill>
                <a:latin typeface="Calibri"/>
                <a:ea typeface="Calibri"/>
                <a:cs typeface="Calibri"/>
                <a:sym typeface="Calibri"/>
              </a:rPr>
              <a:t>Maintenance</a:t>
            </a:r>
            <a:endParaRPr sz="1500" b="0" i="0" u="none" strike="noStrike" cap="none">
              <a:solidFill>
                <a:schemeClr val="dk1"/>
              </a:solidFill>
              <a:latin typeface="Calibri"/>
              <a:ea typeface="Calibri"/>
              <a:cs typeface="Calibri"/>
              <a:sym typeface="Calibri"/>
            </a:endParaRPr>
          </a:p>
        </p:txBody>
      </p:sp>
      <p:sp>
        <p:nvSpPr>
          <p:cNvPr id="127" name="Google Shape;127;p7"/>
          <p:cNvSpPr/>
          <p:nvPr/>
        </p:nvSpPr>
        <p:spPr>
          <a:xfrm>
            <a:off x="7914132" y="4507992"/>
            <a:ext cx="1975104" cy="5486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585858"/>
              </a:buClr>
              <a:buSzPts val="1150"/>
              <a:buFont typeface="Calibri"/>
              <a:buNone/>
            </a:pPr>
            <a:r>
              <a:rPr lang="en-US" sz="1150" b="0" i="0" u="none" strike="noStrike" cap="none">
                <a:solidFill>
                  <a:srgbClr val="585858"/>
                </a:solidFill>
                <a:latin typeface="Calibri"/>
                <a:ea typeface="Calibri"/>
                <a:cs typeface="Calibri"/>
                <a:sym typeface="Calibri"/>
              </a:rPr>
              <a:t>Fix issues and add new features</a:t>
            </a:r>
            <a:endParaRPr sz="1150" b="0" i="0" u="none" strike="noStrike" cap="non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42047"/>
        </a:solidFill>
        <a:effectLst/>
      </p:bgPr>
    </p:bg>
    <p:spTree>
      <p:nvGrpSpPr>
        <p:cNvPr id="1" name="Shape 133"/>
        <p:cNvGrpSpPr/>
        <p:nvPr/>
      </p:nvGrpSpPr>
      <p:grpSpPr>
        <a:xfrm>
          <a:off x="0" y="0"/>
          <a:ext cx="0" cy="0"/>
          <a:chOff x="0" y="0"/>
          <a:chExt cx="0" cy="0"/>
        </a:xfrm>
      </p:grpSpPr>
      <p:sp>
        <p:nvSpPr>
          <p:cNvPr id="134" name="Google Shape;134;p8"/>
          <p:cNvSpPr/>
          <p:nvPr/>
        </p:nvSpPr>
        <p:spPr>
          <a:xfrm>
            <a:off x="640080" y="411480"/>
            <a:ext cx="10908792" cy="7315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3400"/>
              <a:buFont typeface="Cambria"/>
              <a:buNone/>
            </a:pPr>
            <a:r>
              <a:rPr lang="en-US" sz="3400" b="1" i="0" u="none" strike="noStrike" cap="none">
                <a:solidFill>
                  <a:srgbClr val="FFFFFF"/>
                </a:solidFill>
                <a:latin typeface="Cambria"/>
                <a:ea typeface="Cambria"/>
                <a:cs typeface="Cambria"/>
                <a:sym typeface="Cambria"/>
              </a:rPr>
              <a:t>Agile Methodology</a:t>
            </a:r>
            <a:endParaRPr sz="3400" b="0" i="0" u="none" strike="noStrike" cap="none">
              <a:solidFill>
                <a:schemeClr val="dk1"/>
              </a:solidFill>
              <a:latin typeface="Calibri"/>
              <a:ea typeface="Calibri"/>
              <a:cs typeface="Calibri"/>
              <a:sym typeface="Calibri"/>
            </a:endParaRPr>
          </a:p>
        </p:txBody>
      </p:sp>
      <p:sp>
        <p:nvSpPr>
          <p:cNvPr id="135" name="Google Shape;135;p8"/>
          <p:cNvSpPr/>
          <p:nvPr/>
        </p:nvSpPr>
        <p:spPr>
          <a:xfrm>
            <a:off x="640080" y="1115568"/>
            <a:ext cx="10908792" cy="365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BB4D4"/>
              </a:buClr>
              <a:buSzPts val="1500"/>
              <a:buFont typeface="Calibri"/>
              <a:buNone/>
            </a:pPr>
            <a:r>
              <a:rPr lang="en-US" sz="1500" b="0" i="0" u="none" strike="noStrike" cap="none">
                <a:solidFill>
                  <a:srgbClr val="9BB4D4"/>
                </a:solidFill>
                <a:latin typeface="Calibri"/>
                <a:ea typeface="Calibri"/>
                <a:cs typeface="Calibri"/>
                <a:sym typeface="Calibri"/>
              </a:rPr>
              <a:t>Build in small parts, get feedback, improve</a:t>
            </a:r>
            <a:endParaRPr sz="1500" b="0" i="0" u="none" strike="noStrike" cap="none">
              <a:solidFill>
                <a:schemeClr val="dk1"/>
              </a:solidFill>
              <a:latin typeface="Calibri"/>
              <a:ea typeface="Calibri"/>
              <a:cs typeface="Calibri"/>
              <a:sym typeface="Calibri"/>
            </a:endParaRPr>
          </a:p>
        </p:txBody>
      </p:sp>
      <p:sp>
        <p:nvSpPr>
          <p:cNvPr id="136" name="Google Shape;136;p8"/>
          <p:cNvSpPr/>
          <p:nvPr/>
        </p:nvSpPr>
        <p:spPr>
          <a:xfrm>
            <a:off x="676656" y="1920240"/>
            <a:ext cx="2331720" cy="1828800"/>
          </a:xfrm>
          <a:prstGeom prst="roundRect">
            <a:avLst>
              <a:gd name="adj" fmla="val 6000"/>
            </a:avLst>
          </a:prstGeom>
          <a:solidFill>
            <a:srgbClr val="0A305F"/>
          </a:solidFill>
          <a:ln w="12700" cap="flat" cmpd="sng">
            <a:solidFill>
              <a:srgbClr val="0D6EF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 name="Google Shape;137;p8"/>
          <p:cNvSpPr/>
          <p:nvPr/>
        </p:nvSpPr>
        <p:spPr>
          <a:xfrm>
            <a:off x="676656" y="2148840"/>
            <a:ext cx="2331720" cy="41148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2200"/>
              <a:buFont typeface="Cambria"/>
              <a:buNone/>
            </a:pPr>
            <a:r>
              <a:rPr lang="en-US" sz="2200" b="1" i="0" u="none" strike="noStrike" cap="none">
                <a:solidFill>
                  <a:srgbClr val="FFFFFF"/>
                </a:solidFill>
                <a:latin typeface="Cambria"/>
                <a:ea typeface="Cambria"/>
                <a:cs typeface="Cambria"/>
                <a:sym typeface="Cambria"/>
              </a:rPr>
              <a:t>Plan</a:t>
            </a:r>
            <a:endParaRPr sz="2200" b="0" i="0" u="none" strike="noStrike" cap="none">
              <a:solidFill>
                <a:schemeClr val="dk1"/>
              </a:solidFill>
              <a:latin typeface="Calibri"/>
              <a:ea typeface="Calibri"/>
              <a:cs typeface="Calibri"/>
              <a:sym typeface="Calibri"/>
            </a:endParaRPr>
          </a:p>
        </p:txBody>
      </p:sp>
      <p:sp>
        <p:nvSpPr>
          <p:cNvPr id="138" name="Google Shape;138;p8"/>
          <p:cNvSpPr/>
          <p:nvPr/>
        </p:nvSpPr>
        <p:spPr>
          <a:xfrm>
            <a:off x="813816" y="2606040"/>
            <a:ext cx="2057400" cy="82296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9BB4D4"/>
              </a:buClr>
              <a:buSzPts val="1200"/>
              <a:buFont typeface="Calibri"/>
              <a:buNone/>
            </a:pPr>
            <a:r>
              <a:rPr lang="en-US" sz="1200" b="0" i="0" u="none" strike="noStrike" cap="none">
                <a:solidFill>
                  <a:srgbClr val="9BB4D4"/>
                </a:solidFill>
                <a:latin typeface="Calibri"/>
                <a:ea typeface="Calibri"/>
                <a:cs typeface="Calibri"/>
                <a:sym typeface="Calibri"/>
              </a:rPr>
              <a:t>Pick features</a:t>
            </a:r>
            <a:endParaRPr sz="1200" b="0" i="0" u="none" strike="noStrike" cap="none">
              <a:solidFill>
                <a:schemeClr val="dk1"/>
              </a:solidFill>
              <a:latin typeface="Calibri"/>
              <a:ea typeface="Calibri"/>
              <a:cs typeface="Calibri"/>
              <a:sym typeface="Calibri"/>
            </a:endParaRPr>
          </a:p>
          <a:p>
            <a:pPr marL="0" marR="0" lvl="0" indent="0" algn="ctr" rtl="0">
              <a:spcBef>
                <a:spcPts val="0"/>
              </a:spcBef>
              <a:spcAft>
                <a:spcPts val="0"/>
              </a:spcAft>
              <a:buClr>
                <a:srgbClr val="9BB4D4"/>
              </a:buClr>
              <a:buSzPts val="1200"/>
              <a:buFont typeface="Calibri"/>
              <a:buNone/>
            </a:pPr>
            <a:r>
              <a:rPr lang="en-US" sz="1200" b="0" i="0" u="none" strike="noStrike" cap="none">
                <a:solidFill>
                  <a:srgbClr val="9BB4D4"/>
                </a:solidFill>
                <a:latin typeface="Calibri"/>
                <a:ea typeface="Calibri"/>
                <a:cs typeface="Calibri"/>
                <a:sym typeface="Calibri"/>
              </a:rPr>
              <a:t>for this sprint</a:t>
            </a:r>
            <a:endParaRPr sz="1200" b="0" i="0" u="none" strike="noStrike" cap="none">
              <a:solidFill>
                <a:schemeClr val="dk1"/>
              </a:solidFill>
              <a:latin typeface="Calibri"/>
              <a:ea typeface="Calibri"/>
              <a:cs typeface="Calibri"/>
              <a:sym typeface="Calibri"/>
            </a:endParaRPr>
          </a:p>
        </p:txBody>
      </p:sp>
      <p:sp>
        <p:nvSpPr>
          <p:cNvPr id="139" name="Google Shape;139;p8"/>
          <p:cNvSpPr/>
          <p:nvPr/>
        </p:nvSpPr>
        <p:spPr>
          <a:xfrm>
            <a:off x="3008376" y="2423160"/>
            <a:ext cx="502920" cy="54864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0D6EFD"/>
              </a:buClr>
              <a:buSzPts val="3000"/>
              <a:buFont typeface="Calibri"/>
              <a:buNone/>
            </a:pPr>
            <a:r>
              <a:rPr lang="en-US" sz="3000" b="1" i="0" u="none" strike="noStrike" cap="none">
                <a:solidFill>
                  <a:srgbClr val="0D6EFD"/>
                </a:solidFill>
                <a:latin typeface="Calibri"/>
                <a:ea typeface="Calibri"/>
                <a:cs typeface="Calibri"/>
                <a:sym typeface="Calibri"/>
              </a:rPr>
              <a:t>›</a:t>
            </a:r>
            <a:endParaRPr sz="3000" b="0" i="0" u="none" strike="noStrike" cap="none">
              <a:solidFill>
                <a:schemeClr val="dk1"/>
              </a:solidFill>
              <a:latin typeface="Calibri"/>
              <a:ea typeface="Calibri"/>
              <a:cs typeface="Calibri"/>
              <a:sym typeface="Calibri"/>
            </a:endParaRPr>
          </a:p>
        </p:txBody>
      </p:sp>
      <p:sp>
        <p:nvSpPr>
          <p:cNvPr id="140" name="Google Shape;140;p8"/>
          <p:cNvSpPr/>
          <p:nvPr/>
        </p:nvSpPr>
        <p:spPr>
          <a:xfrm>
            <a:off x="3511296" y="1920240"/>
            <a:ext cx="2331720" cy="1828800"/>
          </a:xfrm>
          <a:prstGeom prst="roundRect">
            <a:avLst>
              <a:gd name="adj" fmla="val 6000"/>
            </a:avLst>
          </a:prstGeom>
          <a:solidFill>
            <a:srgbClr val="0A305F"/>
          </a:solidFill>
          <a:ln w="12700" cap="flat" cmpd="sng">
            <a:solidFill>
              <a:srgbClr val="0D6EF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 name="Google Shape;141;p8"/>
          <p:cNvSpPr/>
          <p:nvPr/>
        </p:nvSpPr>
        <p:spPr>
          <a:xfrm>
            <a:off x="3511296" y="2148840"/>
            <a:ext cx="2331720" cy="41148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2200"/>
              <a:buFont typeface="Cambria"/>
              <a:buNone/>
            </a:pPr>
            <a:r>
              <a:rPr lang="en-US" sz="2200" b="1" i="0" u="none" strike="noStrike" cap="none">
                <a:solidFill>
                  <a:srgbClr val="FFFFFF"/>
                </a:solidFill>
                <a:latin typeface="Cambria"/>
                <a:ea typeface="Cambria"/>
                <a:cs typeface="Cambria"/>
                <a:sym typeface="Cambria"/>
              </a:rPr>
              <a:t>Build</a:t>
            </a:r>
            <a:endParaRPr sz="2200" b="0" i="0" u="none" strike="noStrike" cap="none">
              <a:solidFill>
                <a:schemeClr val="dk1"/>
              </a:solidFill>
              <a:latin typeface="Calibri"/>
              <a:ea typeface="Calibri"/>
              <a:cs typeface="Calibri"/>
              <a:sym typeface="Calibri"/>
            </a:endParaRPr>
          </a:p>
        </p:txBody>
      </p:sp>
      <p:sp>
        <p:nvSpPr>
          <p:cNvPr id="142" name="Google Shape;142;p8"/>
          <p:cNvSpPr/>
          <p:nvPr/>
        </p:nvSpPr>
        <p:spPr>
          <a:xfrm>
            <a:off x="3648456" y="2606040"/>
            <a:ext cx="2057400" cy="82296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9BB4D4"/>
              </a:buClr>
              <a:buSzPts val="1200"/>
              <a:buFont typeface="Calibri"/>
              <a:buNone/>
            </a:pPr>
            <a:r>
              <a:rPr lang="en-US" sz="1200" b="0" i="0" u="none" strike="noStrike" cap="none">
                <a:solidFill>
                  <a:srgbClr val="9BB4D4"/>
                </a:solidFill>
                <a:latin typeface="Calibri"/>
                <a:ea typeface="Calibri"/>
                <a:cs typeface="Calibri"/>
                <a:sym typeface="Calibri"/>
              </a:rPr>
              <a:t>Write the code</a:t>
            </a:r>
            <a:endParaRPr sz="1200" b="0" i="0" u="none" strike="noStrike" cap="none">
              <a:solidFill>
                <a:schemeClr val="dk1"/>
              </a:solidFill>
              <a:latin typeface="Calibri"/>
              <a:ea typeface="Calibri"/>
              <a:cs typeface="Calibri"/>
              <a:sym typeface="Calibri"/>
            </a:endParaRPr>
          </a:p>
          <a:p>
            <a:pPr marL="0" marR="0" lvl="0" indent="0" algn="ctr" rtl="0">
              <a:spcBef>
                <a:spcPts val="0"/>
              </a:spcBef>
              <a:spcAft>
                <a:spcPts val="0"/>
              </a:spcAft>
              <a:buClr>
                <a:srgbClr val="9BB4D4"/>
              </a:buClr>
              <a:buSzPts val="1200"/>
              <a:buFont typeface="Calibri"/>
              <a:buNone/>
            </a:pPr>
            <a:r>
              <a:rPr lang="en-US" sz="1200" b="0" i="0" u="none" strike="noStrike" cap="none">
                <a:solidFill>
                  <a:srgbClr val="9BB4D4"/>
                </a:solidFill>
                <a:latin typeface="Calibri"/>
                <a:ea typeface="Calibri"/>
                <a:cs typeface="Calibri"/>
                <a:sym typeface="Calibri"/>
              </a:rPr>
              <a:t>for those pages</a:t>
            </a:r>
            <a:endParaRPr sz="1200" b="0" i="0" u="none" strike="noStrike" cap="none">
              <a:solidFill>
                <a:schemeClr val="dk1"/>
              </a:solidFill>
              <a:latin typeface="Calibri"/>
              <a:ea typeface="Calibri"/>
              <a:cs typeface="Calibri"/>
              <a:sym typeface="Calibri"/>
            </a:endParaRPr>
          </a:p>
        </p:txBody>
      </p:sp>
      <p:sp>
        <p:nvSpPr>
          <p:cNvPr id="143" name="Google Shape;143;p8"/>
          <p:cNvSpPr/>
          <p:nvPr/>
        </p:nvSpPr>
        <p:spPr>
          <a:xfrm>
            <a:off x="5843016" y="2423160"/>
            <a:ext cx="502920" cy="54864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0D6EFD"/>
              </a:buClr>
              <a:buSzPts val="3000"/>
              <a:buFont typeface="Calibri"/>
              <a:buNone/>
            </a:pPr>
            <a:r>
              <a:rPr lang="en-US" sz="3000" b="1" i="0" u="none" strike="noStrike" cap="none">
                <a:solidFill>
                  <a:srgbClr val="0D6EFD"/>
                </a:solidFill>
                <a:latin typeface="Calibri"/>
                <a:ea typeface="Calibri"/>
                <a:cs typeface="Calibri"/>
                <a:sym typeface="Calibri"/>
              </a:rPr>
              <a:t>›</a:t>
            </a:r>
            <a:endParaRPr sz="3000" b="0" i="0" u="none" strike="noStrike" cap="none">
              <a:solidFill>
                <a:schemeClr val="dk1"/>
              </a:solidFill>
              <a:latin typeface="Calibri"/>
              <a:ea typeface="Calibri"/>
              <a:cs typeface="Calibri"/>
              <a:sym typeface="Calibri"/>
            </a:endParaRPr>
          </a:p>
        </p:txBody>
      </p:sp>
      <p:sp>
        <p:nvSpPr>
          <p:cNvPr id="144" name="Google Shape;144;p8"/>
          <p:cNvSpPr/>
          <p:nvPr/>
        </p:nvSpPr>
        <p:spPr>
          <a:xfrm>
            <a:off x="6345936" y="1920240"/>
            <a:ext cx="2331720" cy="1828800"/>
          </a:xfrm>
          <a:prstGeom prst="roundRect">
            <a:avLst>
              <a:gd name="adj" fmla="val 6000"/>
            </a:avLst>
          </a:prstGeom>
          <a:solidFill>
            <a:srgbClr val="0A305F"/>
          </a:solidFill>
          <a:ln w="12700" cap="flat" cmpd="sng">
            <a:solidFill>
              <a:srgbClr val="0D6EF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 name="Google Shape;145;p8"/>
          <p:cNvSpPr/>
          <p:nvPr/>
        </p:nvSpPr>
        <p:spPr>
          <a:xfrm>
            <a:off x="6345936" y="2148840"/>
            <a:ext cx="2331720" cy="41148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2200"/>
              <a:buFont typeface="Cambria"/>
              <a:buNone/>
            </a:pPr>
            <a:r>
              <a:rPr lang="en-US" sz="2200" b="1" i="0" u="none" strike="noStrike" cap="none">
                <a:solidFill>
                  <a:srgbClr val="FFFFFF"/>
                </a:solidFill>
                <a:latin typeface="Cambria"/>
                <a:ea typeface="Cambria"/>
                <a:cs typeface="Cambria"/>
                <a:sym typeface="Cambria"/>
              </a:rPr>
              <a:t>Test</a:t>
            </a:r>
            <a:endParaRPr sz="2200" b="0" i="0" u="none" strike="noStrike" cap="none">
              <a:solidFill>
                <a:schemeClr val="dk1"/>
              </a:solidFill>
              <a:latin typeface="Calibri"/>
              <a:ea typeface="Calibri"/>
              <a:cs typeface="Calibri"/>
              <a:sym typeface="Calibri"/>
            </a:endParaRPr>
          </a:p>
        </p:txBody>
      </p:sp>
      <p:sp>
        <p:nvSpPr>
          <p:cNvPr id="146" name="Google Shape;146;p8"/>
          <p:cNvSpPr/>
          <p:nvPr/>
        </p:nvSpPr>
        <p:spPr>
          <a:xfrm>
            <a:off x="6483096" y="2606040"/>
            <a:ext cx="2057400" cy="82296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9BB4D4"/>
              </a:buClr>
              <a:buSzPts val="1200"/>
              <a:buFont typeface="Calibri"/>
              <a:buNone/>
            </a:pPr>
            <a:r>
              <a:rPr lang="en-US" sz="1200" b="0" i="0" u="none" strike="noStrike" cap="none">
                <a:solidFill>
                  <a:srgbClr val="9BB4D4"/>
                </a:solidFill>
                <a:latin typeface="Calibri"/>
                <a:ea typeface="Calibri"/>
                <a:cs typeface="Calibri"/>
                <a:sym typeface="Calibri"/>
              </a:rPr>
              <a:t>Check working</a:t>
            </a:r>
            <a:endParaRPr sz="1200" b="0" i="0" u="none" strike="noStrike" cap="none">
              <a:solidFill>
                <a:schemeClr val="dk1"/>
              </a:solidFill>
              <a:latin typeface="Calibri"/>
              <a:ea typeface="Calibri"/>
              <a:cs typeface="Calibri"/>
              <a:sym typeface="Calibri"/>
            </a:endParaRPr>
          </a:p>
          <a:p>
            <a:pPr marL="0" marR="0" lvl="0" indent="0" algn="ctr" rtl="0">
              <a:spcBef>
                <a:spcPts val="0"/>
              </a:spcBef>
              <a:spcAft>
                <a:spcPts val="0"/>
              </a:spcAft>
              <a:buClr>
                <a:srgbClr val="9BB4D4"/>
              </a:buClr>
              <a:buSzPts val="1200"/>
              <a:buFont typeface="Calibri"/>
              <a:buNone/>
            </a:pPr>
            <a:r>
              <a:rPr lang="en-US" sz="1200" b="0" i="0" u="none" strike="noStrike" cap="none">
                <a:solidFill>
                  <a:srgbClr val="9BB4D4"/>
                </a:solidFill>
                <a:latin typeface="Calibri"/>
                <a:ea typeface="Calibri"/>
                <a:cs typeface="Calibri"/>
                <a:sym typeface="Calibri"/>
              </a:rPr>
              <a:t>and look</a:t>
            </a:r>
            <a:endParaRPr sz="1200" b="0" i="0" u="none" strike="noStrike" cap="none">
              <a:solidFill>
                <a:schemeClr val="dk1"/>
              </a:solidFill>
              <a:latin typeface="Calibri"/>
              <a:ea typeface="Calibri"/>
              <a:cs typeface="Calibri"/>
              <a:sym typeface="Calibri"/>
            </a:endParaRPr>
          </a:p>
        </p:txBody>
      </p:sp>
      <p:sp>
        <p:nvSpPr>
          <p:cNvPr id="147" name="Google Shape;147;p8"/>
          <p:cNvSpPr/>
          <p:nvPr/>
        </p:nvSpPr>
        <p:spPr>
          <a:xfrm>
            <a:off x="8677656" y="2423160"/>
            <a:ext cx="502920" cy="54864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0D6EFD"/>
              </a:buClr>
              <a:buSzPts val="3000"/>
              <a:buFont typeface="Calibri"/>
              <a:buNone/>
            </a:pPr>
            <a:r>
              <a:rPr lang="en-US" sz="3000" b="1" i="0" u="none" strike="noStrike" cap="none">
                <a:solidFill>
                  <a:srgbClr val="0D6EFD"/>
                </a:solidFill>
                <a:latin typeface="Calibri"/>
                <a:ea typeface="Calibri"/>
                <a:cs typeface="Calibri"/>
                <a:sym typeface="Calibri"/>
              </a:rPr>
              <a:t>›</a:t>
            </a:r>
            <a:endParaRPr sz="3000" b="0" i="0" u="none" strike="noStrike" cap="none">
              <a:solidFill>
                <a:schemeClr val="dk1"/>
              </a:solidFill>
              <a:latin typeface="Calibri"/>
              <a:ea typeface="Calibri"/>
              <a:cs typeface="Calibri"/>
              <a:sym typeface="Calibri"/>
            </a:endParaRPr>
          </a:p>
        </p:txBody>
      </p:sp>
      <p:sp>
        <p:nvSpPr>
          <p:cNvPr id="148" name="Google Shape;148;p8"/>
          <p:cNvSpPr/>
          <p:nvPr/>
        </p:nvSpPr>
        <p:spPr>
          <a:xfrm>
            <a:off x="9180576" y="1920240"/>
            <a:ext cx="2331720" cy="1828800"/>
          </a:xfrm>
          <a:prstGeom prst="roundRect">
            <a:avLst>
              <a:gd name="adj" fmla="val 6000"/>
            </a:avLst>
          </a:prstGeom>
          <a:solidFill>
            <a:srgbClr val="0A305F"/>
          </a:solidFill>
          <a:ln w="12700" cap="flat" cmpd="sng">
            <a:solidFill>
              <a:srgbClr val="0D6EF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 name="Google Shape;149;p8"/>
          <p:cNvSpPr/>
          <p:nvPr/>
        </p:nvSpPr>
        <p:spPr>
          <a:xfrm>
            <a:off x="9180576" y="2148840"/>
            <a:ext cx="2331720" cy="41148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2200"/>
              <a:buFont typeface="Cambria"/>
              <a:buNone/>
            </a:pPr>
            <a:r>
              <a:rPr lang="en-US" sz="2200" b="1" i="0" u="none" strike="noStrike" cap="none">
                <a:solidFill>
                  <a:srgbClr val="FFFFFF"/>
                </a:solidFill>
                <a:latin typeface="Cambria"/>
                <a:ea typeface="Cambria"/>
                <a:cs typeface="Cambria"/>
                <a:sym typeface="Cambria"/>
              </a:rPr>
              <a:t>Review</a:t>
            </a:r>
            <a:endParaRPr sz="2200" b="0" i="0" u="none" strike="noStrike" cap="none">
              <a:solidFill>
                <a:schemeClr val="dk1"/>
              </a:solidFill>
              <a:latin typeface="Calibri"/>
              <a:ea typeface="Calibri"/>
              <a:cs typeface="Calibri"/>
              <a:sym typeface="Calibri"/>
            </a:endParaRPr>
          </a:p>
        </p:txBody>
      </p:sp>
      <p:sp>
        <p:nvSpPr>
          <p:cNvPr id="150" name="Google Shape;150;p8"/>
          <p:cNvSpPr/>
          <p:nvPr/>
        </p:nvSpPr>
        <p:spPr>
          <a:xfrm>
            <a:off x="9317736" y="2606040"/>
            <a:ext cx="2057400" cy="82296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9BB4D4"/>
              </a:buClr>
              <a:buSzPts val="1200"/>
              <a:buFont typeface="Calibri"/>
              <a:buNone/>
            </a:pPr>
            <a:r>
              <a:rPr lang="en-US" sz="1200" b="0" i="0" u="none" strike="noStrike" cap="none">
                <a:solidFill>
                  <a:srgbClr val="9BB4D4"/>
                </a:solidFill>
                <a:latin typeface="Calibri"/>
                <a:ea typeface="Calibri"/>
                <a:cs typeface="Calibri"/>
                <a:sym typeface="Calibri"/>
              </a:rPr>
              <a:t>Show it, take</a:t>
            </a:r>
            <a:endParaRPr sz="1200" b="0" i="0" u="none" strike="noStrike" cap="none">
              <a:solidFill>
                <a:schemeClr val="dk1"/>
              </a:solidFill>
              <a:latin typeface="Calibri"/>
              <a:ea typeface="Calibri"/>
              <a:cs typeface="Calibri"/>
              <a:sym typeface="Calibri"/>
            </a:endParaRPr>
          </a:p>
          <a:p>
            <a:pPr marL="0" marR="0" lvl="0" indent="0" algn="ctr" rtl="0">
              <a:spcBef>
                <a:spcPts val="0"/>
              </a:spcBef>
              <a:spcAft>
                <a:spcPts val="0"/>
              </a:spcAft>
              <a:buClr>
                <a:srgbClr val="9BB4D4"/>
              </a:buClr>
              <a:buSzPts val="1200"/>
              <a:buFont typeface="Calibri"/>
              <a:buNone/>
            </a:pPr>
            <a:r>
              <a:rPr lang="en-US" sz="1200" b="0" i="0" u="none" strike="noStrike" cap="none">
                <a:solidFill>
                  <a:srgbClr val="9BB4D4"/>
                </a:solidFill>
                <a:latin typeface="Calibri"/>
                <a:ea typeface="Calibri"/>
                <a:cs typeface="Calibri"/>
                <a:sym typeface="Calibri"/>
              </a:rPr>
              <a:t>feedback</a:t>
            </a:r>
            <a:endParaRPr sz="1200" b="0" i="0" u="none" strike="noStrike" cap="none">
              <a:solidFill>
                <a:schemeClr val="dk1"/>
              </a:solidFill>
              <a:latin typeface="Calibri"/>
              <a:ea typeface="Calibri"/>
              <a:cs typeface="Calibri"/>
              <a:sym typeface="Calibri"/>
            </a:endParaRPr>
          </a:p>
        </p:txBody>
      </p:sp>
      <p:sp>
        <p:nvSpPr>
          <p:cNvPr id="151" name="Google Shape;151;p8"/>
          <p:cNvSpPr/>
          <p:nvPr/>
        </p:nvSpPr>
        <p:spPr>
          <a:xfrm>
            <a:off x="676656" y="3886200"/>
            <a:ext cx="10835640" cy="32004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DCEEFF"/>
              </a:buClr>
              <a:buSzPts val="1300"/>
              <a:buFont typeface="Calibri"/>
              <a:buNone/>
            </a:pPr>
            <a:r>
              <a:rPr lang="en-US" sz="1300" b="0" i="1" u="none" strike="noStrike" cap="none">
                <a:solidFill>
                  <a:srgbClr val="DCEEFF"/>
                </a:solidFill>
                <a:latin typeface="Calibri"/>
                <a:ea typeface="Calibri"/>
                <a:cs typeface="Calibri"/>
                <a:sym typeface="Calibri"/>
              </a:rPr>
              <a:t>repeat every sprint</a:t>
            </a:r>
            <a:endParaRPr sz="1300" b="0" i="0" u="none" strike="noStrike" cap="none">
              <a:solidFill>
                <a:schemeClr val="dk1"/>
              </a:solidFill>
              <a:latin typeface="Calibri"/>
              <a:ea typeface="Calibri"/>
              <a:cs typeface="Calibri"/>
              <a:sym typeface="Calibri"/>
            </a:endParaRPr>
          </a:p>
        </p:txBody>
      </p:sp>
      <p:sp>
        <p:nvSpPr>
          <p:cNvPr id="152" name="Google Shape;152;p8"/>
          <p:cNvSpPr/>
          <p:nvPr/>
        </p:nvSpPr>
        <p:spPr>
          <a:xfrm>
            <a:off x="640080" y="4526280"/>
            <a:ext cx="10908792" cy="1554480"/>
          </a:xfrm>
          <a:prstGeom prst="rect">
            <a:avLst/>
          </a:prstGeom>
          <a:noFill/>
          <a:ln>
            <a:noFill/>
          </a:ln>
        </p:spPr>
        <p:txBody>
          <a:bodyPr spcFirstLastPara="1" wrap="square" lIns="0" tIns="0" rIns="0" bIns="0" anchor="t" anchorCtr="0">
            <a:noAutofit/>
          </a:bodyPr>
          <a:lstStyle/>
          <a:p>
            <a:pPr marL="342900" marR="0" lvl="0" indent="-342900" algn="l" rtl="0">
              <a:spcBef>
                <a:spcPts val="0"/>
              </a:spcBef>
              <a:spcAft>
                <a:spcPts val="0"/>
              </a:spcAft>
              <a:buClr>
                <a:srgbClr val="DCEEFF"/>
              </a:buClr>
              <a:buSzPts val="1400"/>
              <a:buFont typeface="Calibri"/>
              <a:buChar char="•"/>
            </a:pPr>
            <a:r>
              <a:rPr lang="en-US" sz="1400" b="0" i="0" u="none" strike="noStrike" cap="none">
                <a:solidFill>
                  <a:srgbClr val="DCEEFF"/>
                </a:solidFill>
                <a:latin typeface="Calibri"/>
                <a:ea typeface="Calibri"/>
                <a:cs typeface="Calibri"/>
                <a:sym typeface="Calibri"/>
              </a:rPr>
              <a:t>Requirements can change any time without restarting the project</a:t>
            </a:r>
            <a:endParaRPr sz="1400" b="0" i="0" u="none" strike="noStrike" cap="none">
              <a:solidFill>
                <a:schemeClr val="dk1"/>
              </a:solidFill>
              <a:latin typeface="Calibri"/>
              <a:ea typeface="Calibri"/>
              <a:cs typeface="Calibri"/>
              <a:sym typeface="Calibri"/>
            </a:endParaRPr>
          </a:p>
          <a:p>
            <a:pPr marL="342900" marR="0" lvl="0" indent="-342900" algn="l" rtl="0">
              <a:spcBef>
                <a:spcPts val="1000"/>
              </a:spcBef>
              <a:spcAft>
                <a:spcPts val="0"/>
              </a:spcAft>
              <a:buClr>
                <a:srgbClr val="DCEEFF"/>
              </a:buClr>
              <a:buSzPts val="1400"/>
              <a:buFont typeface="Calibri"/>
              <a:buChar char="•"/>
            </a:pPr>
            <a:r>
              <a:rPr lang="en-US" sz="1400" b="0" i="0" u="none" strike="noStrike" cap="none">
                <a:solidFill>
                  <a:srgbClr val="DCEEFF"/>
                </a:solidFill>
                <a:latin typeface="Calibri"/>
                <a:ea typeface="Calibri"/>
                <a:cs typeface="Calibri"/>
                <a:sym typeface="Calibri"/>
              </a:rPr>
              <a:t>Working output is ready after every sprint, not only at the end</a:t>
            </a:r>
            <a:endParaRPr sz="1400" b="0" i="0" u="none" strike="noStrike" cap="none">
              <a:solidFill>
                <a:schemeClr val="dk1"/>
              </a:solidFill>
              <a:latin typeface="Calibri"/>
              <a:ea typeface="Calibri"/>
              <a:cs typeface="Calibri"/>
              <a:sym typeface="Calibri"/>
            </a:endParaRPr>
          </a:p>
          <a:p>
            <a:pPr marL="342900" marR="0" lvl="0" indent="-342900" algn="l" rtl="0">
              <a:spcBef>
                <a:spcPts val="1000"/>
              </a:spcBef>
              <a:spcAft>
                <a:spcPts val="0"/>
              </a:spcAft>
              <a:buClr>
                <a:srgbClr val="DCEEFF"/>
              </a:buClr>
              <a:buSzPts val="1400"/>
              <a:buFont typeface="Calibri"/>
              <a:buChar char="•"/>
            </a:pPr>
            <a:r>
              <a:rPr lang="en-US" sz="1400" b="0" i="0" u="none" strike="noStrike" cap="none">
                <a:solidFill>
                  <a:srgbClr val="DCEEFF"/>
                </a:solidFill>
                <a:latin typeface="Calibri"/>
                <a:ea typeface="Calibri"/>
                <a:cs typeface="Calibri"/>
                <a:sym typeface="Calibri"/>
              </a:rPr>
              <a:t>Bugs are caught early because we test in every cycle</a:t>
            </a:r>
            <a:endParaRPr sz="1400" b="0" i="0" u="none" strike="noStrike" cap="non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57"/>
        <p:cNvGrpSpPr/>
        <p:nvPr/>
      </p:nvGrpSpPr>
      <p:grpSpPr>
        <a:xfrm>
          <a:off x="0" y="0"/>
          <a:ext cx="0" cy="0"/>
          <a:chOff x="0" y="0"/>
          <a:chExt cx="0" cy="0"/>
        </a:xfrm>
      </p:grpSpPr>
      <p:sp>
        <p:nvSpPr>
          <p:cNvPr id="158" name="Google Shape;158;p9"/>
          <p:cNvSpPr/>
          <p:nvPr/>
        </p:nvSpPr>
        <p:spPr>
          <a:xfrm>
            <a:off x="640080" y="411480"/>
            <a:ext cx="10908792" cy="7315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42047"/>
              </a:buClr>
              <a:buSzPts val="3400"/>
              <a:buFont typeface="Cambria"/>
              <a:buNone/>
            </a:pPr>
            <a:r>
              <a:rPr lang="en-US" sz="3400" b="1" i="0" u="none" strike="noStrike" cap="none">
                <a:solidFill>
                  <a:srgbClr val="042047"/>
                </a:solidFill>
                <a:latin typeface="Cambria"/>
                <a:ea typeface="Cambria"/>
                <a:cs typeface="Cambria"/>
                <a:sym typeface="Cambria"/>
              </a:rPr>
              <a:t>Agile in Our Project</a:t>
            </a:r>
            <a:endParaRPr sz="3400" b="0" i="0" u="none" strike="noStrike" cap="none">
              <a:solidFill>
                <a:schemeClr val="dk1"/>
              </a:solidFill>
              <a:latin typeface="Calibri"/>
              <a:ea typeface="Calibri"/>
              <a:cs typeface="Calibri"/>
              <a:sym typeface="Calibri"/>
            </a:endParaRPr>
          </a:p>
        </p:txBody>
      </p:sp>
      <p:sp>
        <p:nvSpPr>
          <p:cNvPr id="159" name="Google Shape;159;p9"/>
          <p:cNvSpPr/>
          <p:nvPr/>
        </p:nvSpPr>
        <p:spPr>
          <a:xfrm>
            <a:off x="640080" y="1115568"/>
            <a:ext cx="10908792" cy="365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85858"/>
              </a:buClr>
              <a:buSzPts val="1500"/>
              <a:buFont typeface="Calibri"/>
              <a:buNone/>
            </a:pPr>
            <a:r>
              <a:rPr lang="en-US" sz="1500" b="0" i="0" u="none" strike="noStrike" cap="none">
                <a:solidFill>
                  <a:srgbClr val="585858"/>
                </a:solidFill>
                <a:latin typeface="Calibri"/>
                <a:ea typeface="Calibri"/>
                <a:cs typeface="Calibri"/>
                <a:sym typeface="Calibri"/>
              </a:rPr>
              <a:t>How our five sprints actually went</a:t>
            </a:r>
            <a:endParaRPr sz="1500" b="0" i="0" u="none" strike="noStrike" cap="none">
              <a:solidFill>
                <a:schemeClr val="dk1"/>
              </a:solidFill>
              <a:latin typeface="Calibri"/>
              <a:ea typeface="Calibri"/>
              <a:cs typeface="Calibri"/>
              <a:sym typeface="Calibri"/>
            </a:endParaRPr>
          </a:p>
        </p:txBody>
      </p:sp>
      <p:graphicFrame>
        <p:nvGraphicFramePr>
          <p:cNvPr id="160" name="Google Shape;160;p9"/>
          <p:cNvGraphicFramePr/>
          <p:nvPr/>
        </p:nvGraphicFramePr>
        <p:xfrm>
          <a:off x="640080" y="1828800"/>
          <a:ext cx="10908775" cy="2304300"/>
        </p:xfrm>
        <a:graphic>
          <a:graphicData uri="http://schemas.openxmlformats.org/drawingml/2006/table">
            <a:tbl>
              <a:tblPr>
                <a:noFill/>
                <a:tableStyleId>{7916D582-9F6A-49A3-8516-40ACD388D690}</a:tableStyleId>
              </a:tblPr>
              <a:tblGrid>
                <a:gridCol w="1417325">
                  <a:extLst>
                    <a:ext uri="{9D8B030D-6E8A-4147-A177-3AD203B41FA5}">
                      <a16:colId xmlns:a16="http://schemas.microsoft.com/office/drawing/2014/main" val="20000"/>
                    </a:ext>
                  </a:extLst>
                </a:gridCol>
                <a:gridCol w="7223750">
                  <a:extLst>
                    <a:ext uri="{9D8B030D-6E8A-4147-A177-3AD203B41FA5}">
                      <a16:colId xmlns:a16="http://schemas.microsoft.com/office/drawing/2014/main" val="20001"/>
                    </a:ext>
                  </a:extLst>
                </a:gridCol>
                <a:gridCol w="2267700">
                  <a:extLst>
                    <a:ext uri="{9D8B030D-6E8A-4147-A177-3AD203B41FA5}">
                      <a16:colId xmlns:a16="http://schemas.microsoft.com/office/drawing/2014/main" val="20002"/>
                    </a:ext>
                  </a:extLst>
                </a:gridCol>
              </a:tblGrid>
              <a:tr h="384050">
                <a:tc>
                  <a:txBody>
                    <a:bodyPr/>
                    <a:lstStyle/>
                    <a:p>
                      <a:pPr marL="0" marR="0" lvl="0" indent="0" algn="l" rtl="0">
                        <a:spcBef>
                          <a:spcPts val="0"/>
                        </a:spcBef>
                        <a:spcAft>
                          <a:spcPts val="0"/>
                        </a:spcAft>
                        <a:buClr>
                          <a:srgbClr val="FFFFFF"/>
                        </a:buClr>
                        <a:buSzPts val="1300"/>
                        <a:buFont typeface="Calibri"/>
                        <a:buNone/>
                      </a:pPr>
                      <a:r>
                        <a:rPr lang="en-US" sz="1300" b="1" u="none" strike="noStrike" cap="none">
                          <a:solidFill>
                            <a:srgbClr val="FFFFFF"/>
                          </a:solidFill>
                          <a:latin typeface="Calibri"/>
                          <a:ea typeface="Calibri"/>
                          <a:cs typeface="Calibri"/>
                          <a:sym typeface="Calibri"/>
                        </a:rPr>
                        <a:t>Sprint</a:t>
                      </a:r>
                      <a:endParaRPr sz="1300" u="none" strike="noStrike" cap="none">
                        <a:latin typeface="Calibri"/>
                        <a:ea typeface="Calibri"/>
                        <a:cs typeface="Calibri"/>
                        <a:sym typeface="Calibri"/>
                      </a:endParaRPr>
                    </a:p>
                  </a:txBody>
                  <a:tcPr marL="76200" marR="76200" marT="76200" marB="76200" anchor="ctr">
                    <a:lnL w="12700" cap="flat" cmpd="sng">
                      <a:solidFill>
                        <a:srgbClr val="DEE2E6"/>
                      </a:solidFill>
                      <a:prstDash val="solid"/>
                      <a:round/>
                      <a:headEnd type="none" w="sm" len="sm"/>
                      <a:tailEnd type="none" w="sm" len="sm"/>
                    </a:lnL>
                    <a:lnR w="12700" cap="flat" cmpd="sng">
                      <a:solidFill>
                        <a:srgbClr val="DEE2E6"/>
                      </a:solidFill>
                      <a:prstDash val="solid"/>
                      <a:round/>
                      <a:headEnd type="none" w="sm" len="sm"/>
                      <a:tailEnd type="none" w="sm" len="sm"/>
                    </a:lnR>
                    <a:lnT w="12700" cap="flat" cmpd="sng">
                      <a:solidFill>
                        <a:srgbClr val="DEE2E6"/>
                      </a:solidFill>
                      <a:prstDash val="solid"/>
                      <a:round/>
                      <a:headEnd type="none" w="sm" len="sm"/>
                      <a:tailEnd type="none" w="sm" len="sm"/>
                    </a:lnT>
                    <a:lnB w="12700" cap="flat" cmpd="sng">
                      <a:solidFill>
                        <a:srgbClr val="DEE2E6"/>
                      </a:solidFill>
                      <a:prstDash val="solid"/>
                      <a:round/>
                      <a:headEnd type="none" w="sm" len="sm"/>
                      <a:tailEnd type="none" w="sm" len="sm"/>
                    </a:lnB>
                    <a:solidFill>
                      <a:srgbClr val="042047"/>
                    </a:solidFill>
                  </a:tcPr>
                </a:tc>
                <a:tc>
                  <a:txBody>
                    <a:bodyPr/>
                    <a:lstStyle/>
                    <a:p>
                      <a:pPr marL="0" marR="0" lvl="0" indent="0" algn="l" rtl="0">
                        <a:spcBef>
                          <a:spcPts val="0"/>
                        </a:spcBef>
                        <a:spcAft>
                          <a:spcPts val="0"/>
                        </a:spcAft>
                        <a:buClr>
                          <a:srgbClr val="FFFFFF"/>
                        </a:buClr>
                        <a:buSzPts val="1300"/>
                        <a:buFont typeface="Calibri"/>
                        <a:buNone/>
                      </a:pPr>
                      <a:r>
                        <a:rPr lang="en-US" sz="1300" b="1" u="none" strike="noStrike" cap="none">
                          <a:solidFill>
                            <a:srgbClr val="FFFFFF"/>
                          </a:solidFill>
                          <a:latin typeface="Calibri"/>
                          <a:ea typeface="Calibri"/>
                          <a:cs typeface="Calibri"/>
                          <a:sym typeface="Calibri"/>
                        </a:rPr>
                        <a:t>What we delivered</a:t>
                      </a:r>
                      <a:endParaRPr sz="1300" u="none" strike="noStrike" cap="none">
                        <a:latin typeface="Calibri"/>
                        <a:ea typeface="Calibri"/>
                        <a:cs typeface="Calibri"/>
                        <a:sym typeface="Calibri"/>
                      </a:endParaRPr>
                    </a:p>
                  </a:txBody>
                  <a:tcPr marL="76200" marR="76200" marT="76200" marB="76200" anchor="ctr">
                    <a:lnL w="12700" cap="flat" cmpd="sng">
                      <a:solidFill>
                        <a:srgbClr val="DEE2E6"/>
                      </a:solidFill>
                      <a:prstDash val="solid"/>
                      <a:round/>
                      <a:headEnd type="none" w="sm" len="sm"/>
                      <a:tailEnd type="none" w="sm" len="sm"/>
                    </a:lnL>
                    <a:lnR w="12700" cap="flat" cmpd="sng">
                      <a:solidFill>
                        <a:srgbClr val="DEE2E6"/>
                      </a:solidFill>
                      <a:prstDash val="solid"/>
                      <a:round/>
                      <a:headEnd type="none" w="sm" len="sm"/>
                      <a:tailEnd type="none" w="sm" len="sm"/>
                    </a:lnR>
                    <a:lnT w="12700" cap="flat" cmpd="sng">
                      <a:solidFill>
                        <a:srgbClr val="DEE2E6"/>
                      </a:solidFill>
                      <a:prstDash val="solid"/>
                      <a:round/>
                      <a:headEnd type="none" w="sm" len="sm"/>
                      <a:tailEnd type="none" w="sm" len="sm"/>
                    </a:lnT>
                    <a:lnB w="12700" cap="flat" cmpd="sng">
                      <a:solidFill>
                        <a:srgbClr val="DEE2E6"/>
                      </a:solidFill>
                      <a:prstDash val="solid"/>
                      <a:round/>
                      <a:headEnd type="none" w="sm" len="sm"/>
                      <a:tailEnd type="none" w="sm" len="sm"/>
                    </a:lnB>
                    <a:solidFill>
                      <a:srgbClr val="042047"/>
                    </a:solidFill>
                  </a:tcPr>
                </a:tc>
                <a:tc>
                  <a:txBody>
                    <a:bodyPr/>
                    <a:lstStyle/>
                    <a:p>
                      <a:pPr marL="0" marR="0" lvl="0" indent="0" algn="l" rtl="0">
                        <a:spcBef>
                          <a:spcPts val="0"/>
                        </a:spcBef>
                        <a:spcAft>
                          <a:spcPts val="0"/>
                        </a:spcAft>
                        <a:buClr>
                          <a:srgbClr val="FFFFFF"/>
                        </a:buClr>
                        <a:buSzPts val="1300"/>
                        <a:buFont typeface="Calibri"/>
                        <a:buNone/>
                      </a:pPr>
                      <a:r>
                        <a:rPr lang="en-US" sz="1300" b="1" u="none" strike="noStrike" cap="none">
                          <a:solidFill>
                            <a:srgbClr val="FFFFFF"/>
                          </a:solidFill>
                          <a:latin typeface="Calibri"/>
                          <a:ea typeface="Calibri"/>
                          <a:cs typeface="Calibri"/>
                          <a:sym typeface="Calibri"/>
                        </a:rPr>
                        <a:t>Phase</a:t>
                      </a:r>
                      <a:endParaRPr sz="1300" u="none" strike="noStrike" cap="none">
                        <a:latin typeface="Calibri"/>
                        <a:ea typeface="Calibri"/>
                        <a:cs typeface="Calibri"/>
                        <a:sym typeface="Calibri"/>
                      </a:endParaRPr>
                    </a:p>
                  </a:txBody>
                  <a:tcPr marL="76200" marR="76200" marT="76200" marB="76200" anchor="ctr">
                    <a:lnL w="12700" cap="flat" cmpd="sng">
                      <a:solidFill>
                        <a:srgbClr val="DEE2E6"/>
                      </a:solidFill>
                      <a:prstDash val="solid"/>
                      <a:round/>
                      <a:headEnd type="none" w="sm" len="sm"/>
                      <a:tailEnd type="none" w="sm" len="sm"/>
                    </a:lnL>
                    <a:lnR w="12700" cap="flat" cmpd="sng">
                      <a:solidFill>
                        <a:srgbClr val="DEE2E6"/>
                      </a:solidFill>
                      <a:prstDash val="solid"/>
                      <a:round/>
                      <a:headEnd type="none" w="sm" len="sm"/>
                      <a:tailEnd type="none" w="sm" len="sm"/>
                    </a:lnR>
                    <a:lnT w="12700" cap="flat" cmpd="sng">
                      <a:solidFill>
                        <a:srgbClr val="DEE2E6"/>
                      </a:solidFill>
                      <a:prstDash val="solid"/>
                      <a:round/>
                      <a:headEnd type="none" w="sm" len="sm"/>
                      <a:tailEnd type="none" w="sm" len="sm"/>
                    </a:lnT>
                    <a:lnB w="12700" cap="flat" cmpd="sng">
                      <a:solidFill>
                        <a:srgbClr val="DEE2E6"/>
                      </a:solidFill>
                      <a:prstDash val="solid"/>
                      <a:round/>
                      <a:headEnd type="none" w="sm" len="sm"/>
                      <a:tailEnd type="none" w="sm" len="sm"/>
                    </a:lnB>
                    <a:solidFill>
                      <a:srgbClr val="042047"/>
                    </a:solidFill>
                  </a:tcPr>
                </a:tc>
                <a:extLst>
                  <a:ext uri="{0D108BD9-81ED-4DB2-BD59-A6C34878D82A}">
                    <a16:rowId xmlns:a16="http://schemas.microsoft.com/office/drawing/2014/main" val="10000"/>
                  </a:ext>
                </a:extLst>
              </a:tr>
              <a:tr h="384050">
                <a:tc>
                  <a:txBody>
                    <a:bodyPr/>
                    <a:lstStyle/>
                    <a:p>
                      <a:pPr marL="0" marR="0" lvl="0" indent="0" algn="l" rtl="0">
                        <a:spcBef>
                          <a:spcPts val="0"/>
                        </a:spcBef>
                        <a:spcAft>
                          <a:spcPts val="0"/>
                        </a:spcAft>
                        <a:buClr>
                          <a:srgbClr val="042047"/>
                        </a:buClr>
                        <a:buSzPts val="1300"/>
                        <a:buFont typeface="Calibri"/>
                        <a:buNone/>
                      </a:pPr>
                      <a:r>
                        <a:rPr lang="en-US" sz="1300" u="none" strike="noStrike" cap="none">
                          <a:solidFill>
                            <a:srgbClr val="042047"/>
                          </a:solidFill>
                          <a:latin typeface="Calibri"/>
                          <a:ea typeface="Calibri"/>
                          <a:cs typeface="Calibri"/>
                          <a:sym typeface="Calibri"/>
                        </a:rPr>
                        <a:t>Sprint 1</a:t>
                      </a:r>
                      <a:endParaRPr sz="1300" u="none" strike="noStrike" cap="none">
                        <a:latin typeface="Calibri"/>
                        <a:ea typeface="Calibri"/>
                        <a:cs typeface="Calibri"/>
                        <a:sym typeface="Calibri"/>
                      </a:endParaRPr>
                    </a:p>
                  </a:txBody>
                  <a:tcPr marL="76200" marR="76200" marT="76200" marB="76200" anchor="ctr">
                    <a:lnL w="12700" cap="flat" cmpd="sng">
                      <a:solidFill>
                        <a:srgbClr val="DEE2E6"/>
                      </a:solidFill>
                      <a:prstDash val="solid"/>
                      <a:round/>
                      <a:headEnd type="none" w="sm" len="sm"/>
                      <a:tailEnd type="none" w="sm" len="sm"/>
                    </a:lnL>
                    <a:lnR w="12700" cap="flat" cmpd="sng">
                      <a:solidFill>
                        <a:srgbClr val="DEE2E6"/>
                      </a:solidFill>
                      <a:prstDash val="solid"/>
                      <a:round/>
                      <a:headEnd type="none" w="sm" len="sm"/>
                      <a:tailEnd type="none" w="sm" len="sm"/>
                    </a:lnR>
                    <a:lnT w="12700" cap="flat" cmpd="sng">
                      <a:solidFill>
                        <a:srgbClr val="DEE2E6"/>
                      </a:solidFill>
                      <a:prstDash val="solid"/>
                      <a:round/>
                      <a:headEnd type="none" w="sm" len="sm"/>
                      <a:tailEnd type="none" w="sm" len="sm"/>
                    </a:lnT>
                    <a:lnB w="12700" cap="flat" cmpd="sng">
                      <a:solidFill>
                        <a:srgbClr val="DEE2E6"/>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042047"/>
                        </a:buClr>
                        <a:buSzPts val="1300"/>
                        <a:buFont typeface="Calibri"/>
                        <a:buNone/>
                      </a:pPr>
                      <a:r>
                        <a:rPr lang="en-US" sz="1300" u="none" strike="noStrike" cap="none">
                          <a:solidFill>
                            <a:srgbClr val="042047"/>
                          </a:solidFill>
                          <a:latin typeface="Calibri"/>
                          <a:ea typeface="Calibri"/>
                          <a:cs typeface="Calibri"/>
                          <a:sym typeface="Calibri"/>
                        </a:rPr>
                        <a:t>Static HTML and CSS pages using Bootstrap</a:t>
                      </a:r>
                      <a:endParaRPr sz="1300" u="none" strike="noStrike" cap="none">
                        <a:latin typeface="Calibri"/>
                        <a:ea typeface="Calibri"/>
                        <a:cs typeface="Calibri"/>
                        <a:sym typeface="Calibri"/>
                      </a:endParaRPr>
                    </a:p>
                  </a:txBody>
                  <a:tcPr marL="76200" marR="76200" marT="76200" marB="76200" anchor="ctr">
                    <a:lnL w="12700" cap="flat" cmpd="sng">
                      <a:solidFill>
                        <a:srgbClr val="DEE2E6"/>
                      </a:solidFill>
                      <a:prstDash val="solid"/>
                      <a:round/>
                      <a:headEnd type="none" w="sm" len="sm"/>
                      <a:tailEnd type="none" w="sm" len="sm"/>
                    </a:lnL>
                    <a:lnR w="12700" cap="flat" cmpd="sng">
                      <a:solidFill>
                        <a:srgbClr val="DEE2E6"/>
                      </a:solidFill>
                      <a:prstDash val="solid"/>
                      <a:round/>
                      <a:headEnd type="none" w="sm" len="sm"/>
                      <a:tailEnd type="none" w="sm" len="sm"/>
                    </a:lnR>
                    <a:lnT w="12700" cap="flat" cmpd="sng">
                      <a:solidFill>
                        <a:srgbClr val="DEE2E6"/>
                      </a:solidFill>
                      <a:prstDash val="solid"/>
                      <a:round/>
                      <a:headEnd type="none" w="sm" len="sm"/>
                      <a:tailEnd type="none" w="sm" len="sm"/>
                    </a:lnT>
                    <a:lnB w="12700" cap="flat" cmpd="sng">
                      <a:solidFill>
                        <a:srgbClr val="DEE2E6"/>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042047"/>
                        </a:buClr>
                        <a:buSzPts val="1300"/>
                        <a:buFont typeface="Calibri"/>
                        <a:buNone/>
                      </a:pPr>
                      <a:r>
                        <a:rPr lang="en-US" sz="1300" u="none" strike="noStrike" cap="none">
                          <a:solidFill>
                            <a:srgbClr val="042047"/>
                          </a:solidFill>
                          <a:latin typeface="Calibri"/>
                          <a:ea typeface="Calibri"/>
                          <a:cs typeface="Calibri"/>
                          <a:sym typeface="Calibri"/>
                        </a:rPr>
                        <a:t>Design</a:t>
                      </a:r>
                      <a:endParaRPr sz="1300" u="none" strike="noStrike" cap="none">
                        <a:latin typeface="Calibri"/>
                        <a:ea typeface="Calibri"/>
                        <a:cs typeface="Calibri"/>
                        <a:sym typeface="Calibri"/>
                      </a:endParaRPr>
                    </a:p>
                  </a:txBody>
                  <a:tcPr marL="76200" marR="76200" marT="76200" marB="76200" anchor="ctr">
                    <a:lnL w="12700" cap="flat" cmpd="sng">
                      <a:solidFill>
                        <a:srgbClr val="DEE2E6"/>
                      </a:solidFill>
                      <a:prstDash val="solid"/>
                      <a:round/>
                      <a:headEnd type="none" w="sm" len="sm"/>
                      <a:tailEnd type="none" w="sm" len="sm"/>
                    </a:lnL>
                    <a:lnR w="12700" cap="flat" cmpd="sng">
                      <a:solidFill>
                        <a:srgbClr val="DEE2E6"/>
                      </a:solidFill>
                      <a:prstDash val="solid"/>
                      <a:round/>
                      <a:headEnd type="none" w="sm" len="sm"/>
                      <a:tailEnd type="none" w="sm" len="sm"/>
                    </a:lnR>
                    <a:lnT w="12700" cap="flat" cmpd="sng">
                      <a:solidFill>
                        <a:srgbClr val="DEE2E6"/>
                      </a:solidFill>
                      <a:prstDash val="solid"/>
                      <a:round/>
                      <a:headEnd type="none" w="sm" len="sm"/>
                      <a:tailEnd type="none" w="sm" len="sm"/>
                    </a:lnT>
                    <a:lnB w="12700" cap="flat" cmpd="sng">
                      <a:solidFill>
                        <a:srgbClr val="DEE2E6"/>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384050">
                <a:tc>
                  <a:txBody>
                    <a:bodyPr/>
                    <a:lstStyle/>
                    <a:p>
                      <a:pPr marL="0" marR="0" lvl="0" indent="0" algn="l" rtl="0">
                        <a:spcBef>
                          <a:spcPts val="0"/>
                        </a:spcBef>
                        <a:spcAft>
                          <a:spcPts val="0"/>
                        </a:spcAft>
                        <a:buClr>
                          <a:srgbClr val="042047"/>
                        </a:buClr>
                        <a:buSzPts val="1300"/>
                        <a:buFont typeface="Calibri"/>
                        <a:buNone/>
                      </a:pPr>
                      <a:r>
                        <a:rPr lang="en-US" sz="1300" u="none" strike="noStrike" cap="none">
                          <a:solidFill>
                            <a:srgbClr val="042047"/>
                          </a:solidFill>
                          <a:latin typeface="Calibri"/>
                          <a:ea typeface="Calibri"/>
                          <a:cs typeface="Calibri"/>
                          <a:sym typeface="Calibri"/>
                        </a:rPr>
                        <a:t>Sprint 2</a:t>
                      </a:r>
                      <a:endParaRPr sz="1300" u="none" strike="noStrike" cap="none">
                        <a:latin typeface="Calibri"/>
                        <a:ea typeface="Calibri"/>
                        <a:cs typeface="Calibri"/>
                        <a:sym typeface="Calibri"/>
                      </a:endParaRPr>
                    </a:p>
                  </a:txBody>
                  <a:tcPr marL="76200" marR="76200" marT="76200" marB="76200" anchor="ctr">
                    <a:lnL w="12700" cap="flat" cmpd="sng">
                      <a:solidFill>
                        <a:srgbClr val="DEE2E6"/>
                      </a:solidFill>
                      <a:prstDash val="solid"/>
                      <a:round/>
                      <a:headEnd type="none" w="sm" len="sm"/>
                      <a:tailEnd type="none" w="sm" len="sm"/>
                    </a:lnL>
                    <a:lnR w="12700" cap="flat" cmpd="sng">
                      <a:solidFill>
                        <a:srgbClr val="DEE2E6"/>
                      </a:solidFill>
                      <a:prstDash val="solid"/>
                      <a:round/>
                      <a:headEnd type="none" w="sm" len="sm"/>
                      <a:tailEnd type="none" w="sm" len="sm"/>
                    </a:lnR>
                    <a:lnT w="12700" cap="flat" cmpd="sng">
                      <a:solidFill>
                        <a:srgbClr val="DEE2E6"/>
                      </a:solidFill>
                      <a:prstDash val="solid"/>
                      <a:round/>
                      <a:headEnd type="none" w="sm" len="sm"/>
                      <a:tailEnd type="none" w="sm" len="sm"/>
                    </a:lnT>
                    <a:lnB w="12700" cap="flat" cmpd="sng">
                      <a:solidFill>
                        <a:srgbClr val="DEE2E6"/>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042047"/>
                        </a:buClr>
                        <a:buSzPts val="1300"/>
                        <a:buFont typeface="Calibri"/>
                        <a:buNone/>
                      </a:pPr>
                      <a:r>
                        <a:rPr lang="en-US" sz="1300" u="none" strike="noStrike" cap="none">
                          <a:solidFill>
                            <a:srgbClr val="042047"/>
                          </a:solidFill>
                          <a:latin typeface="Calibri"/>
                          <a:ea typeface="Calibri"/>
                          <a:cs typeface="Calibri"/>
                          <a:sym typeface="Calibri"/>
                        </a:rPr>
                        <a:t>Moved everything to React and Vite, made Navbar and Footer components</a:t>
                      </a:r>
                      <a:endParaRPr sz="1300" u="none" strike="noStrike" cap="none">
                        <a:latin typeface="Calibri"/>
                        <a:ea typeface="Calibri"/>
                        <a:cs typeface="Calibri"/>
                        <a:sym typeface="Calibri"/>
                      </a:endParaRPr>
                    </a:p>
                  </a:txBody>
                  <a:tcPr marL="76200" marR="76200" marT="76200" marB="76200" anchor="ctr">
                    <a:lnL w="12700" cap="flat" cmpd="sng">
                      <a:solidFill>
                        <a:srgbClr val="DEE2E6"/>
                      </a:solidFill>
                      <a:prstDash val="solid"/>
                      <a:round/>
                      <a:headEnd type="none" w="sm" len="sm"/>
                      <a:tailEnd type="none" w="sm" len="sm"/>
                    </a:lnL>
                    <a:lnR w="12700" cap="flat" cmpd="sng">
                      <a:solidFill>
                        <a:srgbClr val="DEE2E6"/>
                      </a:solidFill>
                      <a:prstDash val="solid"/>
                      <a:round/>
                      <a:headEnd type="none" w="sm" len="sm"/>
                      <a:tailEnd type="none" w="sm" len="sm"/>
                    </a:lnR>
                    <a:lnT w="12700" cap="flat" cmpd="sng">
                      <a:solidFill>
                        <a:srgbClr val="DEE2E6"/>
                      </a:solidFill>
                      <a:prstDash val="solid"/>
                      <a:round/>
                      <a:headEnd type="none" w="sm" len="sm"/>
                      <a:tailEnd type="none" w="sm" len="sm"/>
                    </a:lnT>
                    <a:lnB w="12700" cap="flat" cmpd="sng">
                      <a:solidFill>
                        <a:srgbClr val="DEE2E6"/>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042047"/>
                        </a:buClr>
                        <a:buSzPts val="1300"/>
                        <a:buFont typeface="Calibri"/>
                        <a:buNone/>
                      </a:pPr>
                      <a:r>
                        <a:rPr lang="en-US" sz="1300" u="none" strike="noStrike" cap="none">
                          <a:solidFill>
                            <a:srgbClr val="042047"/>
                          </a:solidFill>
                          <a:latin typeface="Calibri"/>
                          <a:ea typeface="Calibri"/>
                          <a:cs typeface="Calibri"/>
                          <a:sym typeface="Calibri"/>
                        </a:rPr>
                        <a:t>Coding</a:t>
                      </a:r>
                      <a:endParaRPr sz="1300" u="none" strike="noStrike" cap="none">
                        <a:latin typeface="Calibri"/>
                        <a:ea typeface="Calibri"/>
                        <a:cs typeface="Calibri"/>
                        <a:sym typeface="Calibri"/>
                      </a:endParaRPr>
                    </a:p>
                  </a:txBody>
                  <a:tcPr marL="76200" marR="76200" marT="76200" marB="76200" anchor="ctr">
                    <a:lnL w="12700" cap="flat" cmpd="sng">
                      <a:solidFill>
                        <a:srgbClr val="DEE2E6"/>
                      </a:solidFill>
                      <a:prstDash val="solid"/>
                      <a:round/>
                      <a:headEnd type="none" w="sm" len="sm"/>
                      <a:tailEnd type="none" w="sm" len="sm"/>
                    </a:lnL>
                    <a:lnR w="12700" cap="flat" cmpd="sng">
                      <a:solidFill>
                        <a:srgbClr val="DEE2E6"/>
                      </a:solidFill>
                      <a:prstDash val="solid"/>
                      <a:round/>
                      <a:headEnd type="none" w="sm" len="sm"/>
                      <a:tailEnd type="none" w="sm" len="sm"/>
                    </a:lnR>
                    <a:lnT w="12700" cap="flat" cmpd="sng">
                      <a:solidFill>
                        <a:srgbClr val="DEE2E6"/>
                      </a:solidFill>
                      <a:prstDash val="solid"/>
                      <a:round/>
                      <a:headEnd type="none" w="sm" len="sm"/>
                      <a:tailEnd type="none" w="sm" len="sm"/>
                    </a:lnT>
                    <a:lnB w="12700" cap="flat" cmpd="sng">
                      <a:solidFill>
                        <a:srgbClr val="DEE2E6"/>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384050">
                <a:tc>
                  <a:txBody>
                    <a:bodyPr/>
                    <a:lstStyle/>
                    <a:p>
                      <a:pPr marL="0" marR="0" lvl="0" indent="0" algn="l" rtl="0">
                        <a:spcBef>
                          <a:spcPts val="0"/>
                        </a:spcBef>
                        <a:spcAft>
                          <a:spcPts val="0"/>
                        </a:spcAft>
                        <a:buClr>
                          <a:srgbClr val="042047"/>
                        </a:buClr>
                        <a:buSzPts val="1300"/>
                        <a:buFont typeface="Calibri"/>
                        <a:buNone/>
                      </a:pPr>
                      <a:r>
                        <a:rPr lang="en-US" sz="1300" u="none" strike="noStrike" cap="none">
                          <a:solidFill>
                            <a:srgbClr val="042047"/>
                          </a:solidFill>
                          <a:latin typeface="Calibri"/>
                          <a:ea typeface="Calibri"/>
                          <a:cs typeface="Calibri"/>
                          <a:sym typeface="Calibri"/>
                        </a:rPr>
                        <a:t>Sprint 3</a:t>
                      </a:r>
                      <a:endParaRPr sz="1300" u="none" strike="noStrike" cap="none">
                        <a:latin typeface="Calibri"/>
                        <a:ea typeface="Calibri"/>
                        <a:cs typeface="Calibri"/>
                        <a:sym typeface="Calibri"/>
                      </a:endParaRPr>
                    </a:p>
                  </a:txBody>
                  <a:tcPr marL="76200" marR="76200" marT="76200" marB="76200" anchor="ctr">
                    <a:lnL w="12700" cap="flat" cmpd="sng">
                      <a:solidFill>
                        <a:srgbClr val="DEE2E6"/>
                      </a:solidFill>
                      <a:prstDash val="solid"/>
                      <a:round/>
                      <a:headEnd type="none" w="sm" len="sm"/>
                      <a:tailEnd type="none" w="sm" len="sm"/>
                    </a:lnL>
                    <a:lnR w="12700" cap="flat" cmpd="sng">
                      <a:solidFill>
                        <a:srgbClr val="DEE2E6"/>
                      </a:solidFill>
                      <a:prstDash val="solid"/>
                      <a:round/>
                      <a:headEnd type="none" w="sm" len="sm"/>
                      <a:tailEnd type="none" w="sm" len="sm"/>
                    </a:lnR>
                    <a:lnT w="12700" cap="flat" cmpd="sng">
                      <a:solidFill>
                        <a:srgbClr val="DEE2E6"/>
                      </a:solidFill>
                      <a:prstDash val="solid"/>
                      <a:round/>
                      <a:headEnd type="none" w="sm" len="sm"/>
                      <a:tailEnd type="none" w="sm" len="sm"/>
                    </a:lnT>
                    <a:lnB w="12700" cap="flat" cmpd="sng">
                      <a:solidFill>
                        <a:srgbClr val="DEE2E6"/>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042047"/>
                        </a:buClr>
                        <a:buSzPts val="1300"/>
                        <a:buFont typeface="Calibri"/>
                        <a:buNone/>
                      </a:pPr>
                      <a:r>
                        <a:rPr lang="en-US" sz="1300" u="none" strike="noStrike" cap="none">
                          <a:solidFill>
                            <a:srgbClr val="042047"/>
                          </a:solidFill>
                          <a:latin typeface="Calibri"/>
                          <a:ea typeface="Calibri"/>
                          <a:cs typeface="Calibri"/>
                          <a:sym typeface="Calibri"/>
                        </a:rPr>
                        <a:t>Added routing, Appointment page and Dashboard</a:t>
                      </a:r>
                      <a:endParaRPr sz="1300" u="none" strike="noStrike" cap="none">
                        <a:latin typeface="Calibri"/>
                        <a:ea typeface="Calibri"/>
                        <a:cs typeface="Calibri"/>
                        <a:sym typeface="Calibri"/>
                      </a:endParaRPr>
                    </a:p>
                  </a:txBody>
                  <a:tcPr marL="76200" marR="76200" marT="76200" marB="76200" anchor="ctr">
                    <a:lnL w="12700" cap="flat" cmpd="sng">
                      <a:solidFill>
                        <a:srgbClr val="DEE2E6"/>
                      </a:solidFill>
                      <a:prstDash val="solid"/>
                      <a:round/>
                      <a:headEnd type="none" w="sm" len="sm"/>
                      <a:tailEnd type="none" w="sm" len="sm"/>
                    </a:lnL>
                    <a:lnR w="12700" cap="flat" cmpd="sng">
                      <a:solidFill>
                        <a:srgbClr val="DEE2E6"/>
                      </a:solidFill>
                      <a:prstDash val="solid"/>
                      <a:round/>
                      <a:headEnd type="none" w="sm" len="sm"/>
                      <a:tailEnd type="none" w="sm" len="sm"/>
                    </a:lnR>
                    <a:lnT w="12700" cap="flat" cmpd="sng">
                      <a:solidFill>
                        <a:srgbClr val="DEE2E6"/>
                      </a:solidFill>
                      <a:prstDash val="solid"/>
                      <a:round/>
                      <a:headEnd type="none" w="sm" len="sm"/>
                      <a:tailEnd type="none" w="sm" len="sm"/>
                    </a:lnT>
                    <a:lnB w="12700" cap="flat" cmpd="sng">
                      <a:solidFill>
                        <a:srgbClr val="DEE2E6"/>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042047"/>
                        </a:buClr>
                        <a:buSzPts val="1300"/>
                        <a:buFont typeface="Calibri"/>
                        <a:buNone/>
                      </a:pPr>
                      <a:r>
                        <a:rPr lang="en-US" sz="1300" u="none" strike="noStrike" cap="none">
                          <a:solidFill>
                            <a:srgbClr val="042047"/>
                          </a:solidFill>
                          <a:latin typeface="Calibri"/>
                          <a:ea typeface="Calibri"/>
                          <a:cs typeface="Calibri"/>
                          <a:sym typeface="Calibri"/>
                        </a:rPr>
                        <a:t>Coding</a:t>
                      </a:r>
                      <a:endParaRPr sz="1300" u="none" strike="noStrike" cap="none">
                        <a:latin typeface="Calibri"/>
                        <a:ea typeface="Calibri"/>
                        <a:cs typeface="Calibri"/>
                        <a:sym typeface="Calibri"/>
                      </a:endParaRPr>
                    </a:p>
                  </a:txBody>
                  <a:tcPr marL="76200" marR="76200" marT="76200" marB="76200" anchor="ctr">
                    <a:lnL w="12700" cap="flat" cmpd="sng">
                      <a:solidFill>
                        <a:srgbClr val="DEE2E6"/>
                      </a:solidFill>
                      <a:prstDash val="solid"/>
                      <a:round/>
                      <a:headEnd type="none" w="sm" len="sm"/>
                      <a:tailEnd type="none" w="sm" len="sm"/>
                    </a:lnL>
                    <a:lnR w="12700" cap="flat" cmpd="sng">
                      <a:solidFill>
                        <a:srgbClr val="DEE2E6"/>
                      </a:solidFill>
                      <a:prstDash val="solid"/>
                      <a:round/>
                      <a:headEnd type="none" w="sm" len="sm"/>
                      <a:tailEnd type="none" w="sm" len="sm"/>
                    </a:lnR>
                    <a:lnT w="12700" cap="flat" cmpd="sng">
                      <a:solidFill>
                        <a:srgbClr val="DEE2E6"/>
                      </a:solidFill>
                      <a:prstDash val="solid"/>
                      <a:round/>
                      <a:headEnd type="none" w="sm" len="sm"/>
                      <a:tailEnd type="none" w="sm" len="sm"/>
                    </a:lnT>
                    <a:lnB w="12700" cap="flat" cmpd="sng">
                      <a:solidFill>
                        <a:srgbClr val="DEE2E6"/>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384050">
                <a:tc>
                  <a:txBody>
                    <a:bodyPr/>
                    <a:lstStyle/>
                    <a:p>
                      <a:pPr marL="0" marR="0" lvl="0" indent="0" algn="l" rtl="0">
                        <a:spcBef>
                          <a:spcPts val="0"/>
                        </a:spcBef>
                        <a:spcAft>
                          <a:spcPts val="0"/>
                        </a:spcAft>
                        <a:buClr>
                          <a:srgbClr val="042047"/>
                        </a:buClr>
                        <a:buSzPts val="1300"/>
                        <a:buFont typeface="Calibri"/>
                        <a:buNone/>
                      </a:pPr>
                      <a:r>
                        <a:rPr lang="en-US" sz="1300" u="none" strike="noStrike" cap="none">
                          <a:solidFill>
                            <a:srgbClr val="042047"/>
                          </a:solidFill>
                          <a:latin typeface="Calibri"/>
                          <a:ea typeface="Calibri"/>
                          <a:cs typeface="Calibri"/>
                          <a:sym typeface="Calibri"/>
                        </a:rPr>
                        <a:t>Sprint 4</a:t>
                      </a:r>
                      <a:endParaRPr sz="1300" u="none" strike="noStrike" cap="none">
                        <a:latin typeface="Calibri"/>
                        <a:ea typeface="Calibri"/>
                        <a:cs typeface="Calibri"/>
                        <a:sym typeface="Calibri"/>
                      </a:endParaRPr>
                    </a:p>
                  </a:txBody>
                  <a:tcPr marL="76200" marR="76200" marT="76200" marB="76200" anchor="ctr">
                    <a:lnL w="12700" cap="flat" cmpd="sng">
                      <a:solidFill>
                        <a:srgbClr val="DEE2E6"/>
                      </a:solidFill>
                      <a:prstDash val="solid"/>
                      <a:round/>
                      <a:headEnd type="none" w="sm" len="sm"/>
                      <a:tailEnd type="none" w="sm" len="sm"/>
                    </a:lnL>
                    <a:lnR w="12700" cap="flat" cmpd="sng">
                      <a:solidFill>
                        <a:srgbClr val="DEE2E6"/>
                      </a:solidFill>
                      <a:prstDash val="solid"/>
                      <a:round/>
                      <a:headEnd type="none" w="sm" len="sm"/>
                      <a:tailEnd type="none" w="sm" len="sm"/>
                    </a:lnR>
                    <a:lnT w="12700" cap="flat" cmpd="sng">
                      <a:solidFill>
                        <a:srgbClr val="DEE2E6"/>
                      </a:solidFill>
                      <a:prstDash val="solid"/>
                      <a:round/>
                      <a:headEnd type="none" w="sm" len="sm"/>
                      <a:tailEnd type="none" w="sm" len="sm"/>
                    </a:lnT>
                    <a:lnB w="12700" cap="flat" cmpd="sng">
                      <a:solidFill>
                        <a:srgbClr val="DEE2E6"/>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042047"/>
                        </a:buClr>
                        <a:buSzPts val="1300"/>
                        <a:buFont typeface="Calibri"/>
                        <a:buNone/>
                      </a:pPr>
                      <a:r>
                        <a:rPr lang="en-US" sz="1300" u="none" strike="noStrike" cap="none">
                          <a:solidFill>
                            <a:srgbClr val="042047"/>
                          </a:solidFill>
                          <a:latin typeface="Calibri"/>
                          <a:ea typeface="Calibri"/>
                          <a:cs typeface="Calibri"/>
                          <a:sym typeface="Calibri"/>
                        </a:rPr>
                        <a:t>Login, Signup, Forgot Password and Protected Routes</a:t>
                      </a:r>
                      <a:endParaRPr sz="1300" u="none" strike="noStrike" cap="none">
                        <a:latin typeface="Calibri"/>
                        <a:ea typeface="Calibri"/>
                        <a:cs typeface="Calibri"/>
                        <a:sym typeface="Calibri"/>
                      </a:endParaRPr>
                    </a:p>
                  </a:txBody>
                  <a:tcPr marL="76200" marR="76200" marT="76200" marB="76200" anchor="ctr">
                    <a:lnL w="12700" cap="flat" cmpd="sng">
                      <a:solidFill>
                        <a:srgbClr val="DEE2E6"/>
                      </a:solidFill>
                      <a:prstDash val="solid"/>
                      <a:round/>
                      <a:headEnd type="none" w="sm" len="sm"/>
                      <a:tailEnd type="none" w="sm" len="sm"/>
                    </a:lnL>
                    <a:lnR w="12700" cap="flat" cmpd="sng">
                      <a:solidFill>
                        <a:srgbClr val="DEE2E6"/>
                      </a:solidFill>
                      <a:prstDash val="solid"/>
                      <a:round/>
                      <a:headEnd type="none" w="sm" len="sm"/>
                      <a:tailEnd type="none" w="sm" len="sm"/>
                    </a:lnR>
                    <a:lnT w="12700" cap="flat" cmpd="sng">
                      <a:solidFill>
                        <a:srgbClr val="DEE2E6"/>
                      </a:solidFill>
                      <a:prstDash val="solid"/>
                      <a:round/>
                      <a:headEnd type="none" w="sm" len="sm"/>
                      <a:tailEnd type="none" w="sm" len="sm"/>
                    </a:lnT>
                    <a:lnB w="12700" cap="flat" cmpd="sng">
                      <a:solidFill>
                        <a:srgbClr val="DEE2E6"/>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042047"/>
                        </a:buClr>
                        <a:buSzPts val="1300"/>
                        <a:buFont typeface="Calibri"/>
                        <a:buNone/>
                      </a:pPr>
                      <a:r>
                        <a:rPr lang="en-US" sz="1300" u="none" strike="noStrike" cap="none">
                          <a:solidFill>
                            <a:srgbClr val="042047"/>
                          </a:solidFill>
                          <a:latin typeface="Calibri"/>
                          <a:ea typeface="Calibri"/>
                          <a:cs typeface="Calibri"/>
                          <a:sym typeface="Calibri"/>
                        </a:rPr>
                        <a:t>Coding</a:t>
                      </a:r>
                      <a:endParaRPr sz="1300" u="none" strike="noStrike" cap="none">
                        <a:latin typeface="Calibri"/>
                        <a:ea typeface="Calibri"/>
                        <a:cs typeface="Calibri"/>
                        <a:sym typeface="Calibri"/>
                      </a:endParaRPr>
                    </a:p>
                  </a:txBody>
                  <a:tcPr marL="76200" marR="76200" marT="76200" marB="76200" anchor="ctr">
                    <a:lnL w="12700" cap="flat" cmpd="sng">
                      <a:solidFill>
                        <a:srgbClr val="DEE2E6"/>
                      </a:solidFill>
                      <a:prstDash val="solid"/>
                      <a:round/>
                      <a:headEnd type="none" w="sm" len="sm"/>
                      <a:tailEnd type="none" w="sm" len="sm"/>
                    </a:lnL>
                    <a:lnR w="12700" cap="flat" cmpd="sng">
                      <a:solidFill>
                        <a:srgbClr val="DEE2E6"/>
                      </a:solidFill>
                      <a:prstDash val="solid"/>
                      <a:round/>
                      <a:headEnd type="none" w="sm" len="sm"/>
                      <a:tailEnd type="none" w="sm" len="sm"/>
                    </a:lnR>
                    <a:lnT w="12700" cap="flat" cmpd="sng">
                      <a:solidFill>
                        <a:srgbClr val="DEE2E6"/>
                      </a:solidFill>
                      <a:prstDash val="solid"/>
                      <a:round/>
                      <a:headEnd type="none" w="sm" len="sm"/>
                      <a:tailEnd type="none" w="sm" len="sm"/>
                    </a:lnT>
                    <a:lnB w="12700" cap="flat" cmpd="sng">
                      <a:solidFill>
                        <a:srgbClr val="DEE2E6"/>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384050">
                <a:tc>
                  <a:txBody>
                    <a:bodyPr/>
                    <a:lstStyle/>
                    <a:p>
                      <a:pPr marL="0" marR="0" lvl="0" indent="0" algn="l" rtl="0">
                        <a:spcBef>
                          <a:spcPts val="0"/>
                        </a:spcBef>
                        <a:spcAft>
                          <a:spcPts val="0"/>
                        </a:spcAft>
                        <a:buClr>
                          <a:srgbClr val="042047"/>
                        </a:buClr>
                        <a:buSzPts val="1300"/>
                        <a:buFont typeface="Calibri"/>
                        <a:buNone/>
                      </a:pPr>
                      <a:r>
                        <a:rPr lang="en-US" sz="1300" u="none" strike="noStrike" cap="none">
                          <a:solidFill>
                            <a:srgbClr val="042047"/>
                          </a:solidFill>
                          <a:latin typeface="Calibri"/>
                          <a:ea typeface="Calibri"/>
                          <a:cs typeface="Calibri"/>
                          <a:sym typeface="Calibri"/>
                        </a:rPr>
                        <a:t>Sprint 5</a:t>
                      </a:r>
                      <a:endParaRPr sz="1300" u="none" strike="noStrike" cap="none">
                        <a:latin typeface="Calibri"/>
                        <a:ea typeface="Calibri"/>
                        <a:cs typeface="Calibri"/>
                        <a:sym typeface="Calibri"/>
                      </a:endParaRPr>
                    </a:p>
                  </a:txBody>
                  <a:tcPr marL="76200" marR="76200" marT="76200" marB="76200" anchor="ctr">
                    <a:lnL w="12700" cap="flat" cmpd="sng">
                      <a:solidFill>
                        <a:srgbClr val="DEE2E6"/>
                      </a:solidFill>
                      <a:prstDash val="solid"/>
                      <a:round/>
                      <a:headEnd type="none" w="sm" len="sm"/>
                      <a:tailEnd type="none" w="sm" len="sm"/>
                    </a:lnL>
                    <a:lnR w="12700" cap="flat" cmpd="sng">
                      <a:solidFill>
                        <a:srgbClr val="DEE2E6"/>
                      </a:solidFill>
                      <a:prstDash val="solid"/>
                      <a:round/>
                      <a:headEnd type="none" w="sm" len="sm"/>
                      <a:tailEnd type="none" w="sm" len="sm"/>
                    </a:lnR>
                    <a:lnT w="12700" cap="flat" cmpd="sng">
                      <a:solidFill>
                        <a:srgbClr val="DEE2E6"/>
                      </a:solidFill>
                      <a:prstDash val="solid"/>
                      <a:round/>
                      <a:headEnd type="none" w="sm" len="sm"/>
                      <a:tailEnd type="none" w="sm" len="sm"/>
                    </a:lnT>
                    <a:lnB w="12700" cap="flat" cmpd="sng">
                      <a:solidFill>
                        <a:srgbClr val="DEE2E6"/>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042047"/>
                        </a:buClr>
                        <a:buSzPts val="1300"/>
                        <a:buFont typeface="Calibri"/>
                        <a:buNone/>
                      </a:pPr>
                      <a:r>
                        <a:rPr lang="en-US" sz="1300" u="none" strike="noStrike" cap="none">
                          <a:solidFill>
                            <a:srgbClr val="042047"/>
                          </a:solidFill>
                          <a:latin typeface="Calibri"/>
                          <a:ea typeface="Calibri"/>
                          <a:cs typeface="Calibri"/>
                          <a:sym typeface="Calibri"/>
                        </a:rPr>
                        <a:t>Doctors page, Contact page, search with debouncing, bug fixes</a:t>
                      </a:r>
                      <a:endParaRPr sz="1300" u="none" strike="noStrike" cap="none">
                        <a:latin typeface="Calibri"/>
                        <a:ea typeface="Calibri"/>
                        <a:cs typeface="Calibri"/>
                        <a:sym typeface="Calibri"/>
                      </a:endParaRPr>
                    </a:p>
                  </a:txBody>
                  <a:tcPr marL="76200" marR="76200" marT="76200" marB="76200" anchor="ctr">
                    <a:lnL w="12700" cap="flat" cmpd="sng">
                      <a:solidFill>
                        <a:srgbClr val="DEE2E6"/>
                      </a:solidFill>
                      <a:prstDash val="solid"/>
                      <a:round/>
                      <a:headEnd type="none" w="sm" len="sm"/>
                      <a:tailEnd type="none" w="sm" len="sm"/>
                    </a:lnL>
                    <a:lnR w="12700" cap="flat" cmpd="sng">
                      <a:solidFill>
                        <a:srgbClr val="DEE2E6"/>
                      </a:solidFill>
                      <a:prstDash val="solid"/>
                      <a:round/>
                      <a:headEnd type="none" w="sm" len="sm"/>
                      <a:tailEnd type="none" w="sm" len="sm"/>
                    </a:lnR>
                    <a:lnT w="12700" cap="flat" cmpd="sng">
                      <a:solidFill>
                        <a:srgbClr val="DEE2E6"/>
                      </a:solidFill>
                      <a:prstDash val="solid"/>
                      <a:round/>
                      <a:headEnd type="none" w="sm" len="sm"/>
                      <a:tailEnd type="none" w="sm" len="sm"/>
                    </a:lnT>
                    <a:lnB w="12700" cap="flat" cmpd="sng">
                      <a:solidFill>
                        <a:srgbClr val="DEE2E6"/>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042047"/>
                        </a:buClr>
                        <a:buSzPts val="1300"/>
                        <a:buFont typeface="Calibri"/>
                        <a:buNone/>
                      </a:pPr>
                      <a:r>
                        <a:rPr lang="en-US" sz="1300" u="none" strike="noStrike" cap="none">
                          <a:solidFill>
                            <a:srgbClr val="042047"/>
                          </a:solidFill>
                          <a:latin typeface="Calibri"/>
                          <a:ea typeface="Calibri"/>
                          <a:cs typeface="Calibri"/>
                          <a:sym typeface="Calibri"/>
                        </a:rPr>
                        <a:t>Testing</a:t>
                      </a:r>
                      <a:endParaRPr sz="1300" u="none" strike="noStrike" cap="none">
                        <a:latin typeface="Calibri"/>
                        <a:ea typeface="Calibri"/>
                        <a:cs typeface="Calibri"/>
                        <a:sym typeface="Calibri"/>
                      </a:endParaRPr>
                    </a:p>
                  </a:txBody>
                  <a:tcPr marL="76200" marR="76200" marT="76200" marB="76200" anchor="ctr">
                    <a:lnL w="12700" cap="flat" cmpd="sng">
                      <a:solidFill>
                        <a:srgbClr val="DEE2E6"/>
                      </a:solidFill>
                      <a:prstDash val="solid"/>
                      <a:round/>
                      <a:headEnd type="none" w="sm" len="sm"/>
                      <a:tailEnd type="none" w="sm" len="sm"/>
                    </a:lnL>
                    <a:lnR w="12700" cap="flat" cmpd="sng">
                      <a:solidFill>
                        <a:srgbClr val="DEE2E6"/>
                      </a:solidFill>
                      <a:prstDash val="solid"/>
                      <a:round/>
                      <a:headEnd type="none" w="sm" len="sm"/>
                      <a:tailEnd type="none" w="sm" len="sm"/>
                    </a:lnR>
                    <a:lnT w="12700" cap="flat" cmpd="sng">
                      <a:solidFill>
                        <a:srgbClr val="DEE2E6"/>
                      </a:solidFill>
                      <a:prstDash val="solid"/>
                      <a:round/>
                      <a:headEnd type="none" w="sm" len="sm"/>
                      <a:tailEnd type="none" w="sm" len="sm"/>
                    </a:lnT>
                    <a:lnB w="12700" cap="flat" cmpd="sng">
                      <a:solidFill>
                        <a:srgbClr val="DEE2E6"/>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bl>
          </a:graphicData>
        </a:graphic>
      </p:graphicFrame>
      <p:sp>
        <p:nvSpPr>
          <p:cNvPr id="161" name="Google Shape;161;p9"/>
          <p:cNvSpPr/>
          <p:nvPr/>
        </p:nvSpPr>
        <p:spPr>
          <a:xfrm>
            <a:off x="640080" y="4526280"/>
            <a:ext cx="10908792" cy="1371600"/>
          </a:xfrm>
          <a:prstGeom prst="roundRect">
            <a:avLst>
              <a:gd name="adj" fmla="val 8000"/>
            </a:avLst>
          </a:prstGeom>
          <a:solidFill>
            <a:srgbClr val="DCEEFF"/>
          </a:solidFill>
          <a:ln w="12700" cap="flat" cmpd="sng">
            <a:solidFill>
              <a:srgbClr val="DEE2E6"/>
            </a:solidFill>
            <a:prstDash val="solid"/>
            <a:round/>
            <a:headEnd type="none" w="sm" len="sm"/>
            <a:tailEnd type="none" w="sm" len="sm"/>
          </a:ln>
          <a:effectLst>
            <a:outerShdw blurRad="101600" dist="25400" dir="5400000" algn="bl" rotWithShape="0">
              <a:srgbClr val="BFBFBF">
                <a:alpha val="34902"/>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 name="Google Shape;162;p9"/>
          <p:cNvSpPr/>
          <p:nvPr/>
        </p:nvSpPr>
        <p:spPr>
          <a:xfrm>
            <a:off x="960120" y="4754880"/>
            <a:ext cx="10268712" cy="9144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42047"/>
              </a:buClr>
              <a:buSzPts val="1500"/>
              <a:buFont typeface="Calibri"/>
              <a:buNone/>
            </a:pPr>
            <a:r>
              <a:rPr lang="en-US" sz="1500" b="1" i="0" u="none" strike="noStrike" cap="none" dirty="0">
                <a:solidFill>
                  <a:srgbClr val="042047"/>
                </a:solidFill>
                <a:latin typeface="Calibri"/>
                <a:ea typeface="Calibri"/>
                <a:cs typeface="Calibri"/>
                <a:sym typeface="Calibri"/>
              </a:rPr>
              <a:t>The best example: </a:t>
            </a:r>
            <a:r>
              <a:rPr lang="en-US" sz="1500" b="0" i="0" u="none" strike="noStrike" cap="none" dirty="0">
                <a:solidFill>
                  <a:srgbClr val="042047"/>
                </a:solidFill>
                <a:latin typeface="Calibri"/>
                <a:ea typeface="Calibri"/>
                <a:cs typeface="Calibri"/>
                <a:sym typeface="Calibri"/>
              </a:rPr>
              <a:t>In the middle of the project we changed from plain HTML to React. In Waterfall we would have to start the whole project again. In Agile we simply took it as the next sprint and continued.</a:t>
            </a:r>
            <a:endParaRPr sz="1500" b="0" i="0" u="none" strike="noStrike" cap="none" dirty="0">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67"/>
        <p:cNvGrpSpPr/>
        <p:nvPr/>
      </p:nvGrpSpPr>
      <p:grpSpPr>
        <a:xfrm>
          <a:off x="0" y="0"/>
          <a:ext cx="0" cy="0"/>
          <a:chOff x="0" y="0"/>
          <a:chExt cx="0" cy="0"/>
        </a:xfrm>
      </p:grpSpPr>
      <p:sp>
        <p:nvSpPr>
          <p:cNvPr id="168" name="Google Shape;168;p10"/>
          <p:cNvSpPr/>
          <p:nvPr/>
        </p:nvSpPr>
        <p:spPr>
          <a:xfrm>
            <a:off x="640080" y="411480"/>
            <a:ext cx="10908792" cy="7315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42047"/>
              </a:buClr>
              <a:buSzPts val="3400"/>
              <a:buFont typeface="Cambria"/>
              <a:buNone/>
            </a:pPr>
            <a:r>
              <a:rPr lang="en-US" sz="3400" b="1" i="0" u="none" strike="noStrike" cap="none">
                <a:solidFill>
                  <a:srgbClr val="042047"/>
                </a:solidFill>
                <a:latin typeface="Cambria"/>
                <a:ea typeface="Cambria"/>
                <a:cs typeface="Cambria"/>
                <a:sym typeface="Cambria"/>
              </a:rPr>
              <a:t>Requirements</a:t>
            </a:r>
            <a:endParaRPr sz="3400" b="0" i="0" u="none" strike="noStrike" cap="none">
              <a:solidFill>
                <a:schemeClr val="dk1"/>
              </a:solidFill>
              <a:latin typeface="Calibri"/>
              <a:ea typeface="Calibri"/>
              <a:cs typeface="Calibri"/>
              <a:sym typeface="Calibri"/>
            </a:endParaRPr>
          </a:p>
        </p:txBody>
      </p:sp>
      <p:sp>
        <p:nvSpPr>
          <p:cNvPr id="169" name="Google Shape;169;p10"/>
          <p:cNvSpPr/>
          <p:nvPr/>
        </p:nvSpPr>
        <p:spPr>
          <a:xfrm>
            <a:off x="640080" y="1115568"/>
            <a:ext cx="10908792" cy="365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85858"/>
              </a:buClr>
              <a:buSzPts val="1500"/>
              <a:buFont typeface="Calibri"/>
              <a:buNone/>
            </a:pPr>
            <a:r>
              <a:rPr lang="en-US" sz="1500" b="0" i="0" u="none" strike="noStrike" cap="none">
                <a:solidFill>
                  <a:srgbClr val="585858"/>
                </a:solidFill>
                <a:latin typeface="Calibri"/>
                <a:ea typeface="Calibri"/>
                <a:cs typeface="Calibri"/>
                <a:sym typeface="Calibri"/>
              </a:rPr>
              <a:t>What the system must do, and how well it must do it</a:t>
            </a:r>
            <a:endParaRPr sz="1500" b="0" i="0" u="none" strike="noStrike" cap="none">
              <a:solidFill>
                <a:schemeClr val="dk1"/>
              </a:solidFill>
              <a:latin typeface="Calibri"/>
              <a:ea typeface="Calibri"/>
              <a:cs typeface="Calibri"/>
              <a:sym typeface="Calibri"/>
            </a:endParaRPr>
          </a:p>
        </p:txBody>
      </p:sp>
      <p:sp>
        <p:nvSpPr>
          <p:cNvPr id="170" name="Google Shape;170;p10"/>
          <p:cNvSpPr/>
          <p:nvPr/>
        </p:nvSpPr>
        <p:spPr>
          <a:xfrm>
            <a:off x="640080" y="1783080"/>
            <a:ext cx="5440680" cy="4114800"/>
          </a:xfrm>
          <a:prstGeom prst="roundRect">
            <a:avLst>
              <a:gd name="adj" fmla="val 2667"/>
            </a:avLst>
          </a:prstGeom>
          <a:solidFill>
            <a:srgbClr val="FFFFFF"/>
          </a:solidFill>
          <a:ln w="12700" cap="flat" cmpd="sng">
            <a:solidFill>
              <a:srgbClr val="DEE2E6"/>
            </a:solidFill>
            <a:prstDash val="solid"/>
            <a:round/>
            <a:headEnd type="none" w="sm" len="sm"/>
            <a:tailEnd type="none" w="sm" len="sm"/>
          </a:ln>
          <a:effectLst>
            <a:outerShdw blurRad="101600" dist="25400" dir="5400000" algn="bl" rotWithShape="0">
              <a:srgbClr val="BFBFBF">
                <a:alpha val="34902"/>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 name="Google Shape;171;p10"/>
          <p:cNvSpPr/>
          <p:nvPr/>
        </p:nvSpPr>
        <p:spPr>
          <a:xfrm>
            <a:off x="960120" y="2011680"/>
            <a:ext cx="502920" cy="502920"/>
          </a:xfrm>
          <a:prstGeom prst="ellipse">
            <a:avLst/>
          </a:prstGeom>
          <a:solidFill>
            <a:srgbClr val="0D6EF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 name="Google Shape;172;p10"/>
          <p:cNvSpPr/>
          <p:nvPr/>
        </p:nvSpPr>
        <p:spPr>
          <a:xfrm>
            <a:off x="960120" y="2011680"/>
            <a:ext cx="502920" cy="5029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1600"/>
              <a:buFont typeface="Calibri"/>
              <a:buNone/>
            </a:pPr>
            <a:r>
              <a:rPr lang="en-US" sz="1600" b="1" i="0" u="none" strike="noStrike" cap="none">
                <a:solidFill>
                  <a:srgbClr val="FFFFFF"/>
                </a:solidFill>
                <a:latin typeface="Calibri"/>
                <a:ea typeface="Calibri"/>
                <a:cs typeface="Calibri"/>
                <a:sym typeface="Calibri"/>
              </a:rPr>
              <a:t>F</a:t>
            </a:r>
            <a:endParaRPr sz="1600" b="0" i="0" u="none" strike="noStrike" cap="none">
              <a:solidFill>
                <a:schemeClr val="dk1"/>
              </a:solidFill>
              <a:latin typeface="Calibri"/>
              <a:ea typeface="Calibri"/>
              <a:cs typeface="Calibri"/>
              <a:sym typeface="Calibri"/>
            </a:endParaRPr>
          </a:p>
        </p:txBody>
      </p:sp>
      <p:sp>
        <p:nvSpPr>
          <p:cNvPr id="173" name="Google Shape;173;p10"/>
          <p:cNvSpPr/>
          <p:nvPr/>
        </p:nvSpPr>
        <p:spPr>
          <a:xfrm>
            <a:off x="1600200" y="2048256"/>
            <a:ext cx="3657600" cy="4114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42047"/>
              </a:buClr>
              <a:buSzPts val="2200"/>
              <a:buFont typeface="Cambria"/>
              <a:buNone/>
            </a:pPr>
            <a:r>
              <a:rPr lang="en-US" sz="2200" b="1" i="0" u="none" strike="noStrike" cap="none">
                <a:solidFill>
                  <a:srgbClr val="042047"/>
                </a:solidFill>
                <a:latin typeface="Cambria"/>
                <a:ea typeface="Cambria"/>
                <a:cs typeface="Cambria"/>
                <a:sym typeface="Cambria"/>
              </a:rPr>
              <a:t>Functional</a:t>
            </a:r>
            <a:endParaRPr sz="2200" b="0" i="0" u="none" strike="noStrike" cap="none">
              <a:solidFill>
                <a:schemeClr val="dk1"/>
              </a:solidFill>
              <a:latin typeface="Calibri"/>
              <a:ea typeface="Calibri"/>
              <a:cs typeface="Calibri"/>
              <a:sym typeface="Calibri"/>
            </a:endParaRPr>
          </a:p>
        </p:txBody>
      </p:sp>
      <p:sp>
        <p:nvSpPr>
          <p:cNvPr id="174" name="Google Shape;174;p10"/>
          <p:cNvSpPr/>
          <p:nvPr/>
        </p:nvSpPr>
        <p:spPr>
          <a:xfrm>
            <a:off x="960120" y="2697480"/>
            <a:ext cx="4800600" cy="3017520"/>
          </a:xfrm>
          <a:prstGeom prst="rect">
            <a:avLst/>
          </a:prstGeom>
          <a:noFill/>
          <a:ln>
            <a:noFill/>
          </a:ln>
        </p:spPr>
        <p:txBody>
          <a:bodyPr spcFirstLastPara="1" wrap="square" lIns="0" tIns="0" rIns="0" bIns="0" anchor="t" anchorCtr="0">
            <a:noAutofit/>
          </a:bodyPr>
          <a:lstStyle/>
          <a:p>
            <a:pPr marL="342900" marR="0" lvl="0" indent="-342900" algn="l" rtl="0">
              <a:spcBef>
                <a:spcPts val="0"/>
              </a:spcBef>
              <a:spcAft>
                <a:spcPts val="0"/>
              </a:spcAft>
              <a:buClr>
                <a:srgbClr val="042047"/>
              </a:buClr>
              <a:buSzPts val="1400"/>
              <a:buFont typeface="Calibri"/>
              <a:buChar char="•"/>
            </a:pPr>
            <a:r>
              <a:rPr lang="en-US" sz="1400" b="0" i="0" u="none" strike="noStrike" cap="none">
                <a:solidFill>
                  <a:srgbClr val="042047"/>
                </a:solidFill>
                <a:latin typeface="Calibri"/>
                <a:ea typeface="Calibri"/>
                <a:cs typeface="Calibri"/>
                <a:sym typeface="Calibri"/>
              </a:rPr>
              <a:t>User can register and login</a:t>
            </a:r>
            <a:endParaRPr sz="1400" b="0" i="0" u="none" strike="noStrike" cap="none">
              <a:solidFill>
                <a:schemeClr val="dk1"/>
              </a:solidFill>
              <a:latin typeface="Calibri"/>
              <a:ea typeface="Calibri"/>
              <a:cs typeface="Calibri"/>
              <a:sym typeface="Calibri"/>
            </a:endParaRPr>
          </a:p>
          <a:p>
            <a:pPr marL="342900" marR="0" lvl="0" indent="-342900" algn="l" rtl="0">
              <a:spcBef>
                <a:spcPts val="1000"/>
              </a:spcBef>
              <a:spcAft>
                <a:spcPts val="0"/>
              </a:spcAft>
              <a:buClr>
                <a:srgbClr val="042047"/>
              </a:buClr>
              <a:buSzPts val="1400"/>
              <a:buFont typeface="Calibri"/>
              <a:buChar char="•"/>
            </a:pPr>
            <a:r>
              <a:rPr lang="en-US" sz="1400" b="0" i="0" u="none" strike="noStrike" cap="none">
                <a:solidFill>
                  <a:srgbClr val="042047"/>
                </a:solidFill>
                <a:latin typeface="Calibri"/>
                <a:ea typeface="Calibri"/>
                <a:cs typeface="Calibri"/>
                <a:sym typeface="Calibri"/>
              </a:rPr>
              <a:t>User can browse and search doctors</a:t>
            </a:r>
            <a:endParaRPr sz="1400" b="0" i="0" u="none" strike="noStrike" cap="none">
              <a:solidFill>
                <a:schemeClr val="dk1"/>
              </a:solidFill>
              <a:latin typeface="Calibri"/>
              <a:ea typeface="Calibri"/>
              <a:cs typeface="Calibri"/>
              <a:sym typeface="Calibri"/>
            </a:endParaRPr>
          </a:p>
          <a:p>
            <a:pPr marL="342900" marR="0" lvl="0" indent="-342900" algn="l" rtl="0">
              <a:spcBef>
                <a:spcPts val="1000"/>
              </a:spcBef>
              <a:spcAft>
                <a:spcPts val="0"/>
              </a:spcAft>
              <a:buClr>
                <a:srgbClr val="042047"/>
              </a:buClr>
              <a:buSzPts val="1400"/>
              <a:buFont typeface="Calibri"/>
              <a:buChar char="•"/>
            </a:pPr>
            <a:r>
              <a:rPr lang="en-US" sz="1400" b="0" i="0" u="none" strike="noStrike" cap="none">
                <a:solidFill>
                  <a:srgbClr val="042047"/>
                </a:solidFill>
                <a:latin typeface="Calibri"/>
                <a:ea typeface="Calibri"/>
                <a:cs typeface="Calibri"/>
                <a:sym typeface="Calibri"/>
              </a:rPr>
              <a:t>User can view a single doctor profile</a:t>
            </a:r>
            <a:endParaRPr sz="1400" b="0" i="0" u="none" strike="noStrike" cap="none">
              <a:solidFill>
                <a:schemeClr val="dk1"/>
              </a:solidFill>
              <a:latin typeface="Calibri"/>
              <a:ea typeface="Calibri"/>
              <a:cs typeface="Calibri"/>
              <a:sym typeface="Calibri"/>
            </a:endParaRPr>
          </a:p>
          <a:p>
            <a:pPr marL="342900" marR="0" lvl="0" indent="-342900" algn="l" rtl="0">
              <a:spcBef>
                <a:spcPts val="1000"/>
              </a:spcBef>
              <a:spcAft>
                <a:spcPts val="0"/>
              </a:spcAft>
              <a:buClr>
                <a:srgbClr val="042047"/>
              </a:buClr>
              <a:buSzPts val="1400"/>
              <a:buFont typeface="Calibri"/>
              <a:buChar char="•"/>
            </a:pPr>
            <a:r>
              <a:rPr lang="en-US" sz="1400" b="0" i="0" u="none" strike="noStrike" cap="none">
                <a:solidFill>
                  <a:srgbClr val="042047"/>
                </a:solidFill>
                <a:latin typeface="Calibri"/>
                <a:ea typeface="Calibri"/>
                <a:cs typeface="Calibri"/>
                <a:sym typeface="Calibri"/>
              </a:rPr>
              <a:t>User can book an appointment</a:t>
            </a:r>
            <a:endParaRPr sz="1400" b="0" i="0" u="none" strike="noStrike" cap="none">
              <a:solidFill>
                <a:schemeClr val="dk1"/>
              </a:solidFill>
              <a:latin typeface="Calibri"/>
              <a:ea typeface="Calibri"/>
              <a:cs typeface="Calibri"/>
              <a:sym typeface="Calibri"/>
            </a:endParaRPr>
          </a:p>
          <a:p>
            <a:pPr marL="342900" marR="0" lvl="0" indent="-342900" algn="l" rtl="0">
              <a:spcBef>
                <a:spcPts val="1000"/>
              </a:spcBef>
              <a:spcAft>
                <a:spcPts val="0"/>
              </a:spcAft>
              <a:buClr>
                <a:srgbClr val="042047"/>
              </a:buClr>
              <a:buSzPts val="1400"/>
              <a:buFont typeface="Calibri"/>
              <a:buChar char="•"/>
            </a:pPr>
            <a:r>
              <a:rPr lang="en-US" sz="1400" b="0" i="0" u="none" strike="noStrike" cap="none">
                <a:solidFill>
                  <a:srgbClr val="042047"/>
                </a:solidFill>
                <a:latin typeface="Calibri"/>
                <a:ea typeface="Calibri"/>
                <a:cs typeface="Calibri"/>
                <a:sym typeface="Calibri"/>
              </a:rPr>
              <a:t>Admin can see stats on the dashboard</a:t>
            </a:r>
            <a:endParaRPr sz="1400" b="0" i="0" u="none" strike="noStrike" cap="none">
              <a:solidFill>
                <a:schemeClr val="dk1"/>
              </a:solidFill>
              <a:latin typeface="Calibri"/>
              <a:ea typeface="Calibri"/>
              <a:cs typeface="Calibri"/>
              <a:sym typeface="Calibri"/>
            </a:endParaRPr>
          </a:p>
          <a:p>
            <a:pPr marL="342900" marR="0" lvl="0" indent="-342900" algn="l" rtl="0">
              <a:spcBef>
                <a:spcPts val="1000"/>
              </a:spcBef>
              <a:spcAft>
                <a:spcPts val="0"/>
              </a:spcAft>
              <a:buClr>
                <a:srgbClr val="042047"/>
              </a:buClr>
              <a:buSzPts val="1400"/>
              <a:buFont typeface="Calibri"/>
              <a:buChar char="•"/>
            </a:pPr>
            <a:r>
              <a:rPr lang="en-US" sz="1400" b="0" i="0" u="none" strike="noStrike" cap="none">
                <a:solidFill>
                  <a:srgbClr val="042047"/>
                </a:solidFill>
                <a:latin typeface="Calibri"/>
                <a:ea typeface="Calibri"/>
                <a:cs typeface="Calibri"/>
                <a:sym typeface="Calibri"/>
              </a:rPr>
              <a:t>Only logged in users can open booking pages</a:t>
            </a:r>
            <a:endParaRPr sz="1400" b="0" i="0" u="none" strike="noStrike" cap="none">
              <a:solidFill>
                <a:schemeClr val="dk1"/>
              </a:solidFill>
              <a:latin typeface="Calibri"/>
              <a:ea typeface="Calibri"/>
              <a:cs typeface="Calibri"/>
              <a:sym typeface="Calibri"/>
            </a:endParaRPr>
          </a:p>
        </p:txBody>
      </p:sp>
      <p:sp>
        <p:nvSpPr>
          <p:cNvPr id="175" name="Google Shape;175;p10"/>
          <p:cNvSpPr/>
          <p:nvPr/>
        </p:nvSpPr>
        <p:spPr>
          <a:xfrm>
            <a:off x="6492240" y="1783080"/>
            <a:ext cx="5074920" cy="4114800"/>
          </a:xfrm>
          <a:prstGeom prst="roundRect">
            <a:avLst>
              <a:gd name="adj" fmla="val 2667"/>
            </a:avLst>
          </a:prstGeom>
          <a:solidFill>
            <a:srgbClr val="DCEEFF"/>
          </a:solidFill>
          <a:ln w="12700" cap="flat" cmpd="sng">
            <a:solidFill>
              <a:srgbClr val="DEE2E6"/>
            </a:solidFill>
            <a:prstDash val="solid"/>
            <a:round/>
            <a:headEnd type="none" w="sm" len="sm"/>
            <a:tailEnd type="none" w="sm" len="sm"/>
          </a:ln>
          <a:effectLst>
            <a:outerShdw blurRad="101600" dist="25400" dir="5400000" algn="bl" rotWithShape="0">
              <a:srgbClr val="BFBFBF">
                <a:alpha val="34902"/>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 name="Google Shape;176;p10"/>
          <p:cNvSpPr/>
          <p:nvPr/>
        </p:nvSpPr>
        <p:spPr>
          <a:xfrm>
            <a:off x="6812280" y="2011680"/>
            <a:ext cx="502920" cy="502920"/>
          </a:xfrm>
          <a:prstGeom prst="ellipse">
            <a:avLst/>
          </a:prstGeom>
          <a:solidFill>
            <a:srgbClr val="04204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 name="Google Shape;177;p10"/>
          <p:cNvSpPr/>
          <p:nvPr/>
        </p:nvSpPr>
        <p:spPr>
          <a:xfrm>
            <a:off x="6812280" y="2011680"/>
            <a:ext cx="502920" cy="5029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1600"/>
              <a:buFont typeface="Calibri"/>
              <a:buNone/>
            </a:pPr>
            <a:r>
              <a:rPr lang="en-US" sz="1600" b="1" i="0" u="none" strike="noStrike" cap="none">
                <a:solidFill>
                  <a:srgbClr val="FFFFFF"/>
                </a:solidFill>
                <a:latin typeface="Calibri"/>
                <a:ea typeface="Calibri"/>
                <a:cs typeface="Calibri"/>
                <a:sym typeface="Calibri"/>
              </a:rPr>
              <a:t>N</a:t>
            </a:r>
            <a:endParaRPr sz="1600" b="0" i="0" u="none" strike="noStrike" cap="none">
              <a:solidFill>
                <a:schemeClr val="dk1"/>
              </a:solidFill>
              <a:latin typeface="Calibri"/>
              <a:ea typeface="Calibri"/>
              <a:cs typeface="Calibri"/>
              <a:sym typeface="Calibri"/>
            </a:endParaRPr>
          </a:p>
        </p:txBody>
      </p:sp>
      <p:sp>
        <p:nvSpPr>
          <p:cNvPr id="178" name="Google Shape;178;p10"/>
          <p:cNvSpPr/>
          <p:nvPr/>
        </p:nvSpPr>
        <p:spPr>
          <a:xfrm>
            <a:off x="7452360" y="2048256"/>
            <a:ext cx="3840480" cy="4114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42047"/>
              </a:buClr>
              <a:buSzPts val="2200"/>
              <a:buFont typeface="Cambria"/>
              <a:buNone/>
            </a:pPr>
            <a:r>
              <a:rPr lang="en-US" sz="2200" b="1" i="0" u="none" strike="noStrike" cap="none" dirty="0">
                <a:solidFill>
                  <a:srgbClr val="042047"/>
                </a:solidFill>
                <a:latin typeface="Cambria"/>
                <a:ea typeface="Cambria"/>
                <a:cs typeface="Cambria"/>
                <a:sym typeface="Cambria"/>
              </a:rPr>
              <a:t>Non Functional</a:t>
            </a:r>
            <a:endParaRPr sz="2200" b="0" i="0" u="none" strike="noStrike" cap="none" dirty="0">
              <a:solidFill>
                <a:schemeClr val="dk1"/>
              </a:solidFill>
              <a:latin typeface="Calibri"/>
              <a:ea typeface="Calibri"/>
              <a:cs typeface="Calibri"/>
              <a:sym typeface="Calibri"/>
            </a:endParaRPr>
          </a:p>
        </p:txBody>
      </p:sp>
      <p:sp>
        <p:nvSpPr>
          <p:cNvPr id="179" name="Google Shape;179;p10"/>
          <p:cNvSpPr/>
          <p:nvPr/>
        </p:nvSpPr>
        <p:spPr>
          <a:xfrm>
            <a:off x="6812280" y="2697480"/>
            <a:ext cx="4480560" cy="3017520"/>
          </a:xfrm>
          <a:prstGeom prst="rect">
            <a:avLst/>
          </a:prstGeom>
          <a:noFill/>
          <a:ln>
            <a:noFill/>
          </a:ln>
        </p:spPr>
        <p:txBody>
          <a:bodyPr spcFirstLastPara="1" wrap="square" lIns="0" tIns="0" rIns="0" bIns="0" anchor="t" anchorCtr="0">
            <a:noAutofit/>
          </a:bodyPr>
          <a:lstStyle/>
          <a:p>
            <a:pPr marL="342900" marR="0" lvl="0" indent="-342900" algn="l" rtl="0">
              <a:spcBef>
                <a:spcPts val="0"/>
              </a:spcBef>
              <a:spcAft>
                <a:spcPts val="0"/>
              </a:spcAft>
              <a:buClr>
                <a:srgbClr val="585858"/>
              </a:buClr>
              <a:buSzPts val="1400"/>
              <a:buFont typeface="Calibri"/>
              <a:buChar char="•"/>
            </a:pPr>
            <a:r>
              <a:rPr lang="en-US" sz="1400" b="0" i="0" u="none" strike="noStrike" cap="none">
                <a:solidFill>
                  <a:srgbClr val="585858"/>
                </a:solidFill>
                <a:latin typeface="Calibri"/>
                <a:ea typeface="Calibri"/>
                <a:cs typeface="Calibri"/>
                <a:sym typeface="Calibri"/>
              </a:rPr>
              <a:t>Works on mobile, tablet and desktop</a:t>
            </a:r>
            <a:endParaRPr sz="1400" b="0" i="0" u="none" strike="noStrike" cap="none">
              <a:solidFill>
                <a:schemeClr val="dk1"/>
              </a:solidFill>
              <a:latin typeface="Calibri"/>
              <a:ea typeface="Calibri"/>
              <a:cs typeface="Calibri"/>
              <a:sym typeface="Calibri"/>
            </a:endParaRPr>
          </a:p>
          <a:p>
            <a:pPr marL="342900" marR="0" lvl="0" indent="-342900" algn="l" rtl="0">
              <a:spcBef>
                <a:spcPts val="1000"/>
              </a:spcBef>
              <a:spcAft>
                <a:spcPts val="0"/>
              </a:spcAft>
              <a:buClr>
                <a:srgbClr val="585858"/>
              </a:buClr>
              <a:buSzPts val="1400"/>
              <a:buFont typeface="Calibri"/>
              <a:buChar char="•"/>
            </a:pPr>
            <a:r>
              <a:rPr lang="en-US" sz="1400" b="0" i="0" u="none" strike="noStrike" cap="none">
                <a:solidFill>
                  <a:srgbClr val="585858"/>
                </a:solidFill>
                <a:latin typeface="Calibri"/>
                <a:ea typeface="Calibri"/>
                <a:cs typeface="Calibri"/>
                <a:sym typeface="Calibri"/>
              </a:rPr>
              <a:t>Page should load fast</a:t>
            </a:r>
            <a:endParaRPr sz="1400" b="0" i="0" u="none" strike="noStrike" cap="none">
              <a:solidFill>
                <a:schemeClr val="dk1"/>
              </a:solidFill>
              <a:latin typeface="Calibri"/>
              <a:ea typeface="Calibri"/>
              <a:cs typeface="Calibri"/>
              <a:sym typeface="Calibri"/>
            </a:endParaRPr>
          </a:p>
          <a:p>
            <a:pPr marL="342900" marR="0" lvl="0" indent="-342900" algn="l" rtl="0">
              <a:spcBef>
                <a:spcPts val="1000"/>
              </a:spcBef>
              <a:spcAft>
                <a:spcPts val="0"/>
              </a:spcAft>
              <a:buClr>
                <a:srgbClr val="585858"/>
              </a:buClr>
              <a:buSzPts val="1400"/>
              <a:buFont typeface="Calibri"/>
              <a:buChar char="•"/>
            </a:pPr>
            <a:r>
              <a:rPr lang="en-US" sz="1400" b="0" i="0" u="none" strike="noStrike" cap="none">
                <a:solidFill>
                  <a:srgbClr val="585858"/>
                </a:solidFill>
                <a:latin typeface="Calibri"/>
                <a:ea typeface="Calibri"/>
                <a:cs typeface="Calibri"/>
                <a:sym typeface="Calibri"/>
              </a:rPr>
              <a:t>Same look and colours on every page</a:t>
            </a:r>
            <a:endParaRPr sz="1400" b="0" i="0" u="none" strike="noStrike" cap="none">
              <a:solidFill>
                <a:schemeClr val="dk1"/>
              </a:solidFill>
              <a:latin typeface="Calibri"/>
              <a:ea typeface="Calibri"/>
              <a:cs typeface="Calibri"/>
              <a:sym typeface="Calibri"/>
            </a:endParaRPr>
          </a:p>
          <a:p>
            <a:pPr marL="342900" marR="0" lvl="0" indent="-342900" algn="l" rtl="0">
              <a:spcBef>
                <a:spcPts val="1000"/>
              </a:spcBef>
              <a:spcAft>
                <a:spcPts val="0"/>
              </a:spcAft>
              <a:buClr>
                <a:srgbClr val="585858"/>
              </a:buClr>
              <a:buSzPts val="1400"/>
              <a:buFont typeface="Calibri"/>
              <a:buChar char="•"/>
            </a:pPr>
            <a:r>
              <a:rPr lang="en-US" sz="1400" b="0" i="0" u="none" strike="noStrike" cap="none">
                <a:solidFill>
                  <a:srgbClr val="585858"/>
                </a:solidFill>
                <a:latin typeface="Calibri"/>
                <a:ea typeface="Calibri"/>
                <a:cs typeface="Calibri"/>
                <a:sym typeface="Calibri"/>
              </a:rPr>
              <a:t>Components are reusable</a:t>
            </a:r>
            <a:endParaRPr sz="1400" b="0" i="0" u="none" strike="noStrike" cap="none">
              <a:solidFill>
                <a:schemeClr val="dk1"/>
              </a:solidFill>
              <a:latin typeface="Calibri"/>
              <a:ea typeface="Calibri"/>
              <a:cs typeface="Calibri"/>
              <a:sym typeface="Calibri"/>
            </a:endParaRPr>
          </a:p>
          <a:p>
            <a:pPr marL="342900" marR="0" lvl="0" indent="-342900" algn="l" rtl="0">
              <a:spcBef>
                <a:spcPts val="1000"/>
              </a:spcBef>
              <a:spcAft>
                <a:spcPts val="0"/>
              </a:spcAft>
              <a:buClr>
                <a:srgbClr val="585858"/>
              </a:buClr>
              <a:buSzPts val="1400"/>
              <a:buFont typeface="Calibri"/>
              <a:buChar char="•"/>
            </a:pPr>
            <a:r>
              <a:rPr lang="en-US" sz="1400" b="0" i="0" u="none" strike="noStrike" cap="none">
                <a:solidFill>
                  <a:srgbClr val="585858"/>
                </a:solidFill>
                <a:latin typeface="Calibri"/>
                <a:ea typeface="Calibri"/>
                <a:cs typeface="Calibri"/>
                <a:sym typeface="Calibri"/>
              </a:rPr>
              <a:t>Simple and easy navigation</a:t>
            </a:r>
            <a:endParaRPr sz="1400" b="0" i="0" u="none" strike="noStrike" cap="none">
              <a:solidFill>
                <a:schemeClr val="dk1"/>
              </a:solidFill>
              <a:latin typeface="Calibri"/>
              <a:ea typeface="Calibri"/>
              <a:cs typeface="Calibri"/>
              <a:sym typeface="Calibri"/>
            </a:endParaRPr>
          </a:p>
          <a:p>
            <a:pPr marL="342900" marR="0" lvl="0" indent="-342900" algn="l" rtl="0">
              <a:spcBef>
                <a:spcPts val="1000"/>
              </a:spcBef>
              <a:spcAft>
                <a:spcPts val="0"/>
              </a:spcAft>
              <a:buClr>
                <a:srgbClr val="585858"/>
              </a:buClr>
              <a:buSzPts val="1400"/>
              <a:buFont typeface="Calibri"/>
              <a:buChar char="•"/>
            </a:pPr>
            <a:r>
              <a:rPr lang="en-US" sz="1400" b="0" i="0" u="none" strike="noStrike" cap="none">
                <a:solidFill>
                  <a:srgbClr val="585858"/>
                </a:solidFill>
                <a:latin typeface="Calibri"/>
                <a:ea typeface="Calibri"/>
                <a:cs typeface="Calibri"/>
                <a:sym typeface="Calibri"/>
              </a:rPr>
              <a:t>Search should not lag while typing</a:t>
            </a:r>
            <a:endParaRPr sz="1400" b="0" i="0" u="none" strike="noStrike" cap="none">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84"/>
        <p:cNvGrpSpPr/>
        <p:nvPr/>
      </p:nvGrpSpPr>
      <p:grpSpPr>
        <a:xfrm>
          <a:off x="0" y="0"/>
          <a:ext cx="0" cy="0"/>
          <a:chOff x="0" y="0"/>
          <a:chExt cx="0" cy="0"/>
        </a:xfrm>
      </p:grpSpPr>
      <p:sp>
        <p:nvSpPr>
          <p:cNvPr id="185" name="Google Shape;185;p11"/>
          <p:cNvSpPr/>
          <p:nvPr/>
        </p:nvSpPr>
        <p:spPr>
          <a:xfrm>
            <a:off x="640080" y="411480"/>
            <a:ext cx="10908792" cy="7315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42047"/>
              </a:buClr>
              <a:buSzPts val="3400"/>
              <a:buFont typeface="Cambria"/>
              <a:buNone/>
            </a:pPr>
            <a:r>
              <a:rPr lang="en-US" sz="3400" b="1" i="0" u="none" strike="noStrike" cap="none">
                <a:solidFill>
                  <a:srgbClr val="042047"/>
                </a:solidFill>
                <a:latin typeface="Cambria"/>
                <a:ea typeface="Cambria"/>
                <a:cs typeface="Cambria"/>
                <a:sym typeface="Cambria"/>
              </a:rPr>
              <a:t>Design</a:t>
            </a:r>
            <a:endParaRPr sz="3400" b="0" i="0" u="none" strike="noStrike" cap="none">
              <a:solidFill>
                <a:schemeClr val="dk1"/>
              </a:solidFill>
              <a:latin typeface="Calibri"/>
              <a:ea typeface="Calibri"/>
              <a:cs typeface="Calibri"/>
              <a:sym typeface="Calibri"/>
            </a:endParaRPr>
          </a:p>
        </p:txBody>
      </p:sp>
      <p:sp>
        <p:nvSpPr>
          <p:cNvPr id="186" name="Google Shape;186;p11"/>
          <p:cNvSpPr/>
          <p:nvPr/>
        </p:nvSpPr>
        <p:spPr>
          <a:xfrm>
            <a:off x="640080" y="1115568"/>
            <a:ext cx="10908792" cy="365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85858"/>
              </a:buClr>
              <a:buSzPts val="1500"/>
              <a:buFont typeface="Calibri"/>
              <a:buNone/>
            </a:pPr>
            <a:r>
              <a:rPr lang="en-US" sz="1500" b="0" i="0" u="none" strike="noStrike" cap="none">
                <a:solidFill>
                  <a:srgbClr val="585858"/>
                </a:solidFill>
                <a:latin typeface="Calibri"/>
                <a:ea typeface="Calibri"/>
                <a:cs typeface="Calibri"/>
                <a:sym typeface="Calibri"/>
              </a:rPr>
              <a:t>Component structure and colour scheme</a:t>
            </a:r>
            <a:endParaRPr sz="1500" b="0" i="0" u="none" strike="noStrike" cap="none">
              <a:solidFill>
                <a:schemeClr val="dk1"/>
              </a:solidFill>
              <a:latin typeface="Calibri"/>
              <a:ea typeface="Calibri"/>
              <a:cs typeface="Calibri"/>
              <a:sym typeface="Calibri"/>
            </a:endParaRPr>
          </a:p>
        </p:txBody>
      </p:sp>
      <p:sp>
        <p:nvSpPr>
          <p:cNvPr id="187" name="Google Shape;187;p11"/>
          <p:cNvSpPr/>
          <p:nvPr/>
        </p:nvSpPr>
        <p:spPr>
          <a:xfrm>
            <a:off x="640080" y="1691640"/>
            <a:ext cx="4572000" cy="365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42047"/>
              </a:buClr>
              <a:buSzPts val="2000"/>
              <a:buFont typeface="Cambria"/>
              <a:buNone/>
            </a:pPr>
            <a:r>
              <a:rPr lang="en-US" sz="2000" b="1" i="0" u="none" strike="noStrike" cap="none">
                <a:solidFill>
                  <a:srgbClr val="042047"/>
                </a:solidFill>
                <a:latin typeface="Cambria"/>
                <a:ea typeface="Cambria"/>
                <a:cs typeface="Cambria"/>
                <a:sym typeface="Cambria"/>
              </a:rPr>
              <a:t>Component Tree</a:t>
            </a:r>
            <a:endParaRPr sz="2000" b="0" i="0" u="none" strike="noStrike" cap="none">
              <a:solidFill>
                <a:schemeClr val="dk1"/>
              </a:solidFill>
              <a:latin typeface="Calibri"/>
              <a:ea typeface="Calibri"/>
              <a:cs typeface="Calibri"/>
              <a:sym typeface="Calibri"/>
            </a:endParaRPr>
          </a:p>
        </p:txBody>
      </p:sp>
      <p:sp>
        <p:nvSpPr>
          <p:cNvPr id="188" name="Google Shape;188;p11"/>
          <p:cNvSpPr/>
          <p:nvPr/>
        </p:nvSpPr>
        <p:spPr>
          <a:xfrm>
            <a:off x="640080" y="2194560"/>
            <a:ext cx="5394960" cy="402336"/>
          </a:xfrm>
          <a:prstGeom prst="roundRect">
            <a:avLst>
              <a:gd name="adj" fmla="val 18182"/>
            </a:avLst>
          </a:prstGeom>
          <a:solidFill>
            <a:srgbClr val="DCEEFF"/>
          </a:solidFill>
          <a:ln w="12700" cap="flat" cmpd="sng">
            <a:solidFill>
              <a:srgbClr val="DEE2E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 name="Google Shape;189;p11"/>
          <p:cNvSpPr/>
          <p:nvPr/>
        </p:nvSpPr>
        <p:spPr>
          <a:xfrm>
            <a:off x="804672" y="2194560"/>
            <a:ext cx="5029200" cy="40233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D6EFD"/>
              </a:buClr>
              <a:buSzPts val="1300"/>
              <a:buFont typeface="Calibri"/>
              <a:buNone/>
            </a:pPr>
            <a:r>
              <a:rPr lang="en-US" sz="1300" b="1" i="0" u="none" strike="noStrike" cap="none">
                <a:solidFill>
                  <a:srgbClr val="0D6EFD"/>
                </a:solidFill>
                <a:latin typeface="Calibri"/>
                <a:ea typeface="Calibri"/>
                <a:cs typeface="Calibri"/>
                <a:sym typeface="Calibri"/>
              </a:rPr>
              <a:t>App.jsx</a:t>
            </a:r>
            <a:endParaRPr sz="1300" b="0" i="0" u="none" strike="noStrike" cap="none">
              <a:solidFill>
                <a:schemeClr val="dk1"/>
              </a:solidFill>
              <a:latin typeface="Calibri"/>
              <a:ea typeface="Calibri"/>
              <a:cs typeface="Calibri"/>
              <a:sym typeface="Calibri"/>
            </a:endParaRPr>
          </a:p>
        </p:txBody>
      </p:sp>
      <p:sp>
        <p:nvSpPr>
          <p:cNvPr id="190" name="Google Shape;190;p11"/>
          <p:cNvSpPr/>
          <p:nvPr/>
        </p:nvSpPr>
        <p:spPr>
          <a:xfrm>
            <a:off x="1143000" y="2743200"/>
            <a:ext cx="4892040" cy="402336"/>
          </a:xfrm>
          <a:prstGeom prst="roundRect">
            <a:avLst>
              <a:gd name="adj" fmla="val 18182"/>
            </a:avLst>
          </a:prstGeom>
          <a:solidFill>
            <a:srgbClr val="FFFFFF"/>
          </a:solidFill>
          <a:ln w="12700" cap="flat" cmpd="sng">
            <a:solidFill>
              <a:srgbClr val="DEE2E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 name="Google Shape;191;p11"/>
          <p:cNvSpPr/>
          <p:nvPr/>
        </p:nvSpPr>
        <p:spPr>
          <a:xfrm>
            <a:off x="1307592" y="2743200"/>
            <a:ext cx="4526280" cy="40233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42047"/>
              </a:buClr>
              <a:buSzPts val="1300"/>
              <a:buFont typeface="Calibri"/>
              <a:buNone/>
            </a:pPr>
            <a:r>
              <a:rPr lang="en-US" sz="1300" b="1" i="0" u="none" strike="noStrike" cap="none">
                <a:solidFill>
                  <a:srgbClr val="042047"/>
                </a:solidFill>
                <a:latin typeface="Calibri"/>
                <a:ea typeface="Calibri"/>
                <a:cs typeface="Calibri"/>
                <a:sym typeface="Calibri"/>
              </a:rPr>
              <a:t>Navbar</a:t>
            </a:r>
            <a:endParaRPr sz="1300" b="0" i="0" u="none" strike="noStrike" cap="none">
              <a:solidFill>
                <a:schemeClr val="dk1"/>
              </a:solidFill>
              <a:latin typeface="Calibri"/>
              <a:ea typeface="Calibri"/>
              <a:cs typeface="Calibri"/>
              <a:sym typeface="Calibri"/>
            </a:endParaRPr>
          </a:p>
        </p:txBody>
      </p:sp>
      <p:sp>
        <p:nvSpPr>
          <p:cNvPr id="192" name="Google Shape;192;p11"/>
          <p:cNvSpPr/>
          <p:nvPr/>
        </p:nvSpPr>
        <p:spPr>
          <a:xfrm>
            <a:off x="1143000" y="3291840"/>
            <a:ext cx="4892040" cy="402336"/>
          </a:xfrm>
          <a:prstGeom prst="roundRect">
            <a:avLst>
              <a:gd name="adj" fmla="val 18182"/>
            </a:avLst>
          </a:prstGeom>
          <a:solidFill>
            <a:srgbClr val="FFFFFF"/>
          </a:solidFill>
          <a:ln w="12700" cap="flat" cmpd="sng">
            <a:solidFill>
              <a:srgbClr val="DEE2E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 name="Google Shape;193;p11"/>
          <p:cNvSpPr/>
          <p:nvPr/>
        </p:nvSpPr>
        <p:spPr>
          <a:xfrm>
            <a:off x="1307592" y="3291840"/>
            <a:ext cx="4526280" cy="40233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42047"/>
              </a:buClr>
              <a:buSzPts val="1300"/>
              <a:buFont typeface="Calibri"/>
              <a:buNone/>
            </a:pPr>
            <a:r>
              <a:rPr lang="en-US" sz="1300" b="1" i="0" u="none" strike="noStrike" cap="none">
                <a:solidFill>
                  <a:srgbClr val="042047"/>
                </a:solidFill>
                <a:latin typeface="Calibri"/>
                <a:ea typeface="Calibri"/>
                <a:cs typeface="Calibri"/>
                <a:sym typeface="Calibri"/>
              </a:rPr>
              <a:t>Routes</a:t>
            </a:r>
            <a:endParaRPr sz="1300" b="0" i="0" u="none" strike="noStrike" cap="none">
              <a:solidFill>
                <a:schemeClr val="dk1"/>
              </a:solidFill>
              <a:latin typeface="Calibri"/>
              <a:ea typeface="Calibri"/>
              <a:cs typeface="Calibri"/>
              <a:sym typeface="Calibri"/>
            </a:endParaRPr>
          </a:p>
        </p:txBody>
      </p:sp>
      <p:sp>
        <p:nvSpPr>
          <p:cNvPr id="194" name="Google Shape;194;p11"/>
          <p:cNvSpPr/>
          <p:nvPr/>
        </p:nvSpPr>
        <p:spPr>
          <a:xfrm>
            <a:off x="1645920" y="3840480"/>
            <a:ext cx="4389120" cy="402336"/>
          </a:xfrm>
          <a:prstGeom prst="roundRect">
            <a:avLst>
              <a:gd name="adj" fmla="val 18182"/>
            </a:avLst>
          </a:prstGeom>
          <a:solidFill>
            <a:srgbClr val="FFFFFF"/>
          </a:solidFill>
          <a:ln w="12700" cap="flat" cmpd="sng">
            <a:solidFill>
              <a:srgbClr val="DEE2E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 name="Google Shape;195;p11"/>
          <p:cNvSpPr/>
          <p:nvPr/>
        </p:nvSpPr>
        <p:spPr>
          <a:xfrm>
            <a:off x="1810512" y="3840480"/>
            <a:ext cx="4023360" cy="40233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85858"/>
              </a:buClr>
              <a:buSzPts val="1300"/>
              <a:buFont typeface="Calibri"/>
              <a:buNone/>
            </a:pPr>
            <a:r>
              <a:rPr lang="en-US" sz="1300" b="0" i="0" u="none" strike="noStrike" cap="none">
                <a:solidFill>
                  <a:srgbClr val="585858"/>
                </a:solidFill>
                <a:latin typeface="Calibri"/>
                <a:ea typeface="Calibri"/>
                <a:cs typeface="Calibri"/>
                <a:sym typeface="Calibri"/>
              </a:rPr>
              <a:t>HomePage / Doctors / SingleDoctor</a:t>
            </a:r>
            <a:endParaRPr sz="1300" b="0" i="0" u="none" strike="noStrike" cap="none">
              <a:solidFill>
                <a:schemeClr val="dk1"/>
              </a:solidFill>
              <a:latin typeface="Calibri"/>
              <a:ea typeface="Calibri"/>
              <a:cs typeface="Calibri"/>
              <a:sym typeface="Calibri"/>
            </a:endParaRPr>
          </a:p>
        </p:txBody>
      </p:sp>
      <p:sp>
        <p:nvSpPr>
          <p:cNvPr id="196" name="Google Shape;196;p11"/>
          <p:cNvSpPr/>
          <p:nvPr/>
        </p:nvSpPr>
        <p:spPr>
          <a:xfrm>
            <a:off x="1645920" y="4389120"/>
            <a:ext cx="4389120" cy="402336"/>
          </a:xfrm>
          <a:prstGeom prst="roundRect">
            <a:avLst>
              <a:gd name="adj" fmla="val 18182"/>
            </a:avLst>
          </a:prstGeom>
          <a:solidFill>
            <a:srgbClr val="FFFFFF"/>
          </a:solidFill>
          <a:ln w="12700" cap="flat" cmpd="sng">
            <a:solidFill>
              <a:srgbClr val="DEE2E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 name="Google Shape;197;p11"/>
          <p:cNvSpPr/>
          <p:nvPr/>
        </p:nvSpPr>
        <p:spPr>
          <a:xfrm>
            <a:off x="1810512" y="4389120"/>
            <a:ext cx="4023360" cy="40233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85858"/>
              </a:buClr>
              <a:buSzPts val="1300"/>
              <a:buFont typeface="Calibri"/>
              <a:buNone/>
            </a:pPr>
            <a:r>
              <a:rPr lang="en-US" sz="1300" b="0" i="0" u="none" strike="noStrike" cap="none">
                <a:solidFill>
                  <a:srgbClr val="585858"/>
                </a:solidFill>
                <a:latin typeface="Calibri"/>
                <a:ea typeface="Calibri"/>
                <a:cs typeface="Calibri"/>
                <a:sym typeface="Calibri"/>
              </a:rPr>
              <a:t>Appointment / Dashboard</a:t>
            </a:r>
            <a:endParaRPr sz="1300" b="0" i="0" u="none" strike="noStrike" cap="none">
              <a:solidFill>
                <a:schemeClr val="dk1"/>
              </a:solidFill>
              <a:latin typeface="Calibri"/>
              <a:ea typeface="Calibri"/>
              <a:cs typeface="Calibri"/>
              <a:sym typeface="Calibri"/>
            </a:endParaRPr>
          </a:p>
        </p:txBody>
      </p:sp>
      <p:sp>
        <p:nvSpPr>
          <p:cNvPr id="198" name="Google Shape;198;p11"/>
          <p:cNvSpPr/>
          <p:nvPr/>
        </p:nvSpPr>
        <p:spPr>
          <a:xfrm>
            <a:off x="1645920" y="4937760"/>
            <a:ext cx="4389120" cy="402336"/>
          </a:xfrm>
          <a:prstGeom prst="roundRect">
            <a:avLst>
              <a:gd name="adj" fmla="val 18182"/>
            </a:avLst>
          </a:prstGeom>
          <a:solidFill>
            <a:srgbClr val="FFFFFF"/>
          </a:solidFill>
          <a:ln w="12700" cap="flat" cmpd="sng">
            <a:solidFill>
              <a:srgbClr val="DEE2E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 name="Google Shape;199;p11"/>
          <p:cNvSpPr/>
          <p:nvPr/>
        </p:nvSpPr>
        <p:spPr>
          <a:xfrm>
            <a:off x="1810512" y="4937760"/>
            <a:ext cx="4023360" cy="40233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85858"/>
              </a:buClr>
              <a:buSzPts val="1300"/>
              <a:buFont typeface="Calibri"/>
              <a:buNone/>
            </a:pPr>
            <a:r>
              <a:rPr lang="en-US" sz="1300" b="0" i="0" u="none" strike="noStrike" cap="none">
                <a:solidFill>
                  <a:srgbClr val="585858"/>
                </a:solidFill>
                <a:latin typeface="Calibri"/>
                <a:ea typeface="Calibri"/>
                <a:cs typeface="Calibri"/>
                <a:sym typeface="Calibri"/>
              </a:rPr>
              <a:t>Login / Signup / Contact</a:t>
            </a:r>
            <a:endParaRPr sz="1300" b="0" i="0" u="none" strike="noStrike" cap="none">
              <a:solidFill>
                <a:schemeClr val="dk1"/>
              </a:solidFill>
              <a:latin typeface="Calibri"/>
              <a:ea typeface="Calibri"/>
              <a:cs typeface="Calibri"/>
              <a:sym typeface="Calibri"/>
            </a:endParaRPr>
          </a:p>
        </p:txBody>
      </p:sp>
      <p:sp>
        <p:nvSpPr>
          <p:cNvPr id="200" name="Google Shape;200;p11"/>
          <p:cNvSpPr/>
          <p:nvPr/>
        </p:nvSpPr>
        <p:spPr>
          <a:xfrm>
            <a:off x="1143000" y="5486400"/>
            <a:ext cx="4892040" cy="402336"/>
          </a:xfrm>
          <a:prstGeom prst="roundRect">
            <a:avLst>
              <a:gd name="adj" fmla="val 18182"/>
            </a:avLst>
          </a:prstGeom>
          <a:solidFill>
            <a:srgbClr val="FFFFFF"/>
          </a:solidFill>
          <a:ln w="12700" cap="flat" cmpd="sng">
            <a:solidFill>
              <a:srgbClr val="DEE2E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 name="Google Shape;201;p11"/>
          <p:cNvSpPr/>
          <p:nvPr/>
        </p:nvSpPr>
        <p:spPr>
          <a:xfrm>
            <a:off x="1307592" y="5486400"/>
            <a:ext cx="4526280" cy="40233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42047"/>
              </a:buClr>
              <a:buSzPts val="1300"/>
              <a:buFont typeface="Calibri"/>
              <a:buNone/>
            </a:pPr>
            <a:r>
              <a:rPr lang="en-US" sz="1300" b="1" i="0" u="none" strike="noStrike" cap="none">
                <a:solidFill>
                  <a:srgbClr val="042047"/>
                </a:solidFill>
                <a:latin typeface="Calibri"/>
                <a:ea typeface="Calibri"/>
                <a:cs typeface="Calibri"/>
                <a:sym typeface="Calibri"/>
              </a:rPr>
              <a:t>Footer</a:t>
            </a:r>
            <a:endParaRPr sz="1300" b="0" i="0" u="none" strike="noStrike" cap="none">
              <a:solidFill>
                <a:schemeClr val="dk1"/>
              </a:solidFill>
              <a:latin typeface="Calibri"/>
              <a:ea typeface="Calibri"/>
              <a:cs typeface="Calibri"/>
              <a:sym typeface="Calibri"/>
            </a:endParaRPr>
          </a:p>
        </p:txBody>
      </p:sp>
      <p:sp>
        <p:nvSpPr>
          <p:cNvPr id="202" name="Google Shape;202;p11"/>
          <p:cNvSpPr/>
          <p:nvPr/>
        </p:nvSpPr>
        <p:spPr>
          <a:xfrm>
            <a:off x="6675120" y="1691640"/>
            <a:ext cx="4572000" cy="365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42047"/>
              </a:buClr>
              <a:buSzPts val="2000"/>
              <a:buFont typeface="Cambria"/>
              <a:buNone/>
            </a:pPr>
            <a:r>
              <a:rPr lang="en-US" sz="2000" b="1" i="0" u="none" strike="noStrike" cap="none">
                <a:solidFill>
                  <a:srgbClr val="042047"/>
                </a:solidFill>
                <a:latin typeface="Cambria"/>
                <a:ea typeface="Cambria"/>
                <a:cs typeface="Cambria"/>
                <a:sym typeface="Cambria"/>
              </a:rPr>
              <a:t>Colour Scheme</a:t>
            </a:r>
            <a:endParaRPr sz="2000" b="0" i="0" u="none" strike="noStrike" cap="none">
              <a:solidFill>
                <a:schemeClr val="dk1"/>
              </a:solidFill>
              <a:latin typeface="Calibri"/>
              <a:ea typeface="Calibri"/>
              <a:cs typeface="Calibri"/>
              <a:sym typeface="Calibri"/>
            </a:endParaRPr>
          </a:p>
        </p:txBody>
      </p:sp>
      <p:sp>
        <p:nvSpPr>
          <p:cNvPr id="203" name="Google Shape;203;p11"/>
          <p:cNvSpPr/>
          <p:nvPr/>
        </p:nvSpPr>
        <p:spPr>
          <a:xfrm>
            <a:off x="6675120" y="2212848"/>
            <a:ext cx="548640" cy="502920"/>
          </a:xfrm>
          <a:prstGeom prst="roundRect">
            <a:avLst>
              <a:gd name="adj" fmla="val 14545"/>
            </a:avLst>
          </a:prstGeom>
          <a:solidFill>
            <a:srgbClr val="042047"/>
          </a:solidFill>
          <a:ln w="12700" cap="flat" cmpd="sng">
            <a:solidFill>
              <a:srgbClr val="9AA5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 name="Google Shape;204;p11"/>
          <p:cNvSpPr/>
          <p:nvPr/>
        </p:nvSpPr>
        <p:spPr>
          <a:xfrm>
            <a:off x="7360920" y="2212848"/>
            <a:ext cx="393192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42047"/>
              </a:buClr>
              <a:buSzPts val="1300"/>
              <a:buFont typeface="Calibri"/>
              <a:buNone/>
            </a:pPr>
            <a:r>
              <a:rPr lang="en-US" sz="1300" b="1" i="0" u="none" strike="noStrike" cap="none">
                <a:solidFill>
                  <a:srgbClr val="042047"/>
                </a:solidFill>
                <a:latin typeface="Calibri"/>
                <a:ea typeface="Calibri"/>
                <a:cs typeface="Calibri"/>
                <a:sym typeface="Calibri"/>
              </a:rPr>
              <a:t>Navy 042047</a:t>
            </a:r>
            <a:endParaRPr sz="1300" b="0" i="0" u="none" strike="noStrike" cap="none">
              <a:solidFill>
                <a:schemeClr val="dk1"/>
              </a:solidFill>
              <a:latin typeface="Calibri"/>
              <a:ea typeface="Calibri"/>
              <a:cs typeface="Calibri"/>
              <a:sym typeface="Calibri"/>
            </a:endParaRPr>
          </a:p>
        </p:txBody>
      </p:sp>
      <p:sp>
        <p:nvSpPr>
          <p:cNvPr id="205" name="Google Shape;205;p11"/>
          <p:cNvSpPr/>
          <p:nvPr/>
        </p:nvSpPr>
        <p:spPr>
          <a:xfrm>
            <a:off x="7360920" y="2459736"/>
            <a:ext cx="3931920" cy="25603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85858"/>
              </a:buClr>
              <a:buSzPts val="1100"/>
              <a:buFont typeface="Calibri"/>
              <a:buNone/>
            </a:pPr>
            <a:r>
              <a:rPr lang="en-US" sz="1100" b="0" i="0" u="none" strike="noStrike" cap="none">
                <a:solidFill>
                  <a:srgbClr val="585858"/>
                </a:solidFill>
                <a:latin typeface="Calibri"/>
                <a:ea typeface="Calibri"/>
                <a:cs typeface="Calibri"/>
                <a:sym typeface="Calibri"/>
              </a:rPr>
              <a:t>Headings and footer</a:t>
            </a:r>
            <a:endParaRPr sz="1100" b="0" i="0" u="none" strike="noStrike" cap="none">
              <a:solidFill>
                <a:schemeClr val="dk1"/>
              </a:solidFill>
              <a:latin typeface="Calibri"/>
              <a:ea typeface="Calibri"/>
              <a:cs typeface="Calibri"/>
              <a:sym typeface="Calibri"/>
            </a:endParaRPr>
          </a:p>
        </p:txBody>
      </p:sp>
      <p:sp>
        <p:nvSpPr>
          <p:cNvPr id="206" name="Google Shape;206;p11"/>
          <p:cNvSpPr/>
          <p:nvPr/>
        </p:nvSpPr>
        <p:spPr>
          <a:xfrm>
            <a:off x="6675120" y="2926080"/>
            <a:ext cx="548640" cy="502920"/>
          </a:xfrm>
          <a:prstGeom prst="roundRect">
            <a:avLst>
              <a:gd name="adj" fmla="val 14545"/>
            </a:avLst>
          </a:prstGeom>
          <a:solidFill>
            <a:srgbClr val="0D6EFD"/>
          </a:solidFill>
          <a:ln w="12700" cap="flat" cmpd="sng">
            <a:solidFill>
              <a:srgbClr val="9AA5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 name="Google Shape;207;p11"/>
          <p:cNvSpPr/>
          <p:nvPr/>
        </p:nvSpPr>
        <p:spPr>
          <a:xfrm>
            <a:off x="7360920" y="2926080"/>
            <a:ext cx="393192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42047"/>
              </a:buClr>
              <a:buSzPts val="1300"/>
              <a:buFont typeface="Calibri"/>
              <a:buNone/>
            </a:pPr>
            <a:r>
              <a:rPr lang="en-US" sz="1300" b="1" i="0" u="none" strike="noStrike" cap="none">
                <a:solidFill>
                  <a:srgbClr val="042047"/>
                </a:solidFill>
                <a:latin typeface="Calibri"/>
                <a:ea typeface="Calibri"/>
                <a:cs typeface="Calibri"/>
                <a:sym typeface="Calibri"/>
              </a:rPr>
              <a:t>Blue 0D6EFD</a:t>
            </a:r>
            <a:endParaRPr sz="1300" b="0" i="0" u="none" strike="noStrike" cap="none">
              <a:solidFill>
                <a:schemeClr val="dk1"/>
              </a:solidFill>
              <a:latin typeface="Calibri"/>
              <a:ea typeface="Calibri"/>
              <a:cs typeface="Calibri"/>
              <a:sym typeface="Calibri"/>
            </a:endParaRPr>
          </a:p>
        </p:txBody>
      </p:sp>
      <p:sp>
        <p:nvSpPr>
          <p:cNvPr id="208" name="Google Shape;208;p11"/>
          <p:cNvSpPr/>
          <p:nvPr/>
        </p:nvSpPr>
        <p:spPr>
          <a:xfrm>
            <a:off x="7360920" y="3172968"/>
            <a:ext cx="3931920" cy="25603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85858"/>
              </a:buClr>
              <a:buSzPts val="1100"/>
              <a:buFont typeface="Calibri"/>
              <a:buNone/>
            </a:pPr>
            <a:r>
              <a:rPr lang="en-US" sz="1100" b="0" i="0" u="none" strike="noStrike" cap="none">
                <a:solidFill>
                  <a:srgbClr val="585858"/>
                </a:solidFill>
                <a:latin typeface="Calibri"/>
                <a:ea typeface="Calibri"/>
                <a:cs typeface="Calibri"/>
                <a:sym typeface="Calibri"/>
              </a:rPr>
              <a:t>Buttons and links</a:t>
            </a:r>
            <a:endParaRPr sz="1100" b="0" i="0" u="none" strike="noStrike" cap="none">
              <a:solidFill>
                <a:schemeClr val="dk1"/>
              </a:solidFill>
              <a:latin typeface="Calibri"/>
              <a:ea typeface="Calibri"/>
              <a:cs typeface="Calibri"/>
              <a:sym typeface="Calibri"/>
            </a:endParaRPr>
          </a:p>
        </p:txBody>
      </p:sp>
      <p:sp>
        <p:nvSpPr>
          <p:cNvPr id="209" name="Google Shape;209;p11"/>
          <p:cNvSpPr/>
          <p:nvPr/>
        </p:nvSpPr>
        <p:spPr>
          <a:xfrm>
            <a:off x="6675120" y="3639312"/>
            <a:ext cx="548640" cy="502920"/>
          </a:xfrm>
          <a:prstGeom prst="roundRect">
            <a:avLst>
              <a:gd name="adj" fmla="val 14545"/>
            </a:avLst>
          </a:prstGeom>
          <a:solidFill>
            <a:srgbClr val="DCEEFF"/>
          </a:solidFill>
          <a:ln w="12700" cap="flat" cmpd="sng">
            <a:solidFill>
              <a:srgbClr val="9AA5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 name="Google Shape;210;p11"/>
          <p:cNvSpPr/>
          <p:nvPr/>
        </p:nvSpPr>
        <p:spPr>
          <a:xfrm>
            <a:off x="7360920" y="3639312"/>
            <a:ext cx="393192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42047"/>
              </a:buClr>
              <a:buSzPts val="1300"/>
              <a:buFont typeface="Calibri"/>
              <a:buNone/>
            </a:pPr>
            <a:r>
              <a:rPr lang="en-US" sz="1300" b="1" i="0" u="none" strike="noStrike" cap="none">
                <a:solidFill>
                  <a:srgbClr val="042047"/>
                </a:solidFill>
                <a:latin typeface="Calibri"/>
                <a:ea typeface="Calibri"/>
                <a:cs typeface="Calibri"/>
                <a:sym typeface="Calibri"/>
              </a:rPr>
              <a:t>Ice DCEEFF</a:t>
            </a:r>
            <a:endParaRPr sz="1300" b="0" i="0" u="none" strike="noStrike" cap="none">
              <a:solidFill>
                <a:schemeClr val="dk1"/>
              </a:solidFill>
              <a:latin typeface="Calibri"/>
              <a:ea typeface="Calibri"/>
              <a:cs typeface="Calibri"/>
              <a:sym typeface="Calibri"/>
            </a:endParaRPr>
          </a:p>
        </p:txBody>
      </p:sp>
      <p:sp>
        <p:nvSpPr>
          <p:cNvPr id="211" name="Google Shape;211;p11"/>
          <p:cNvSpPr/>
          <p:nvPr/>
        </p:nvSpPr>
        <p:spPr>
          <a:xfrm>
            <a:off x="7360920" y="3886200"/>
            <a:ext cx="3931920" cy="25603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85858"/>
              </a:buClr>
              <a:buSzPts val="1100"/>
              <a:buFont typeface="Calibri"/>
              <a:buNone/>
            </a:pPr>
            <a:r>
              <a:rPr lang="en-US" sz="1100" b="0" i="0" u="none" strike="noStrike" cap="none">
                <a:solidFill>
                  <a:srgbClr val="585858"/>
                </a:solidFill>
                <a:latin typeface="Calibri"/>
                <a:ea typeface="Calibri"/>
                <a:cs typeface="Calibri"/>
                <a:sym typeface="Calibri"/>
              </a:rPr>
              <a:t>Section backgrounds</a:t>
            </a:r>
            <a:endParaRPr sz="1100" b="0" i="0" u="none" strike="noStrike" cap="none">
              <a:solidFill>
                <a:schemeClr val="dk1"/>
              </a:solidFill>
              <a:latin typeface="Calibri"/>
              <a:ea typeface="Calibri"/>
              <a:cs typeface="Calibri"/>
              <a:sym typeface="Calibri"/>
            </a:endParaRPr>
          </a:p>
        </p:txBody>
      </p:sp>
      <p:sp>
        <p:nvSpPr>
          <p:cNvPr id="212" name="Google Shape;212;p11"/>
          <p:cNvSpPr/>
          <p:nvPr/>
        </p:nvSpPr>
        <p:spPr>
          <a:xfrm>
            <a:off x="6675120" y="4352544"/>
            <a:ext cx="548640" cy="502920"/>
          </a:xfrm>
          <a:prstGeom prst="roundRect">
            <a:avLst>
              <a:gd name="adj" fmla="val 14545"/>
            </a:avLst>
          </a:prstGeom>
          <a:solidFill>
            <a:srgbClr val="585858"/>
          </a:solidFill>
          <a:ln w="12700" cap="flat" cmpd="sng">
            <a:solidFill>
              <a:srgbClr val="9AA5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11"/>
          <p:cNvSpPr/>
          <p:nvPr/>
        </p:nvSpPr>
        <p:spPr>
          <a:xfrm>
            <a:off x="7360920" y="4352544"/>
            <a:ext cx="393192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42047"/>
              </a:buClr>
              <a:buSzPts val="1300"/>
              <a:buFont typeface="Calibri"/>
              <a:buNone/>
            </a:pPr>
            <a:r>
              <a:rPr lang="en-US" sz="1300" b="1" i="0" u="none" strike="noStrike" cap="none">
                <a:solidFill>
                  <a:srgbClr val="042047"/>
                </a:solidFill>
                <a:latin typeface="Calibri"/>
                <a:ea typeface="Calibri"/>
                <a:cs typeface="Calibri"/>
                <a:sym typeface="Calibri"/>
              </a:rPr>
              <a:t>Grey 585858</a:t>
            </a:r>
            <a:endParaRPr sz="1300" b="0" i="0" u="none" strike="noStrike" cap="none">
              <a:solidFill>
                <a:schemeClr val="dk1"/>
              </a:solidFill>
              <a:latin typeface="Calibri"/>
              <a:ea typeface="Calibri"/>
              <a:cs typeface="Calibri"/>
              <a:sym typeface="Calibri"/>
            </a:endParaRPr>
          </a:p>
        </p:txBody>
      </p:sp>
      <p:sp>
        <p:nvSpPr>
          <p:cNvPr id="214" name="Google Shape;214;p11"/>
          <p:cNvSpPr/>
          <p:nvPr/>
        </p:nvSpPr>
        <p:spPr>
          <a:xfrm>
            <a:off x="7360920" y="4599432"/>
            <a:ext cx="3931920" cy="25603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85858"/>
              </a:buClr>
              <a:buSzPts val="1100"/>
              <a:buFont typeface="Calibri"/>
              <a:buNone/>
            </a:pPr>
            <a:r>
              <a:rPr lang="en-US" sz="1100" b="0" i="0" u="none" strike="noStrike" cap="none">
                <a:solidFill>
                  <a:srgbClr val="585858"/>
                </a:solidFill>
                <a:latin typeface="Calibri"/>
                <a:ea typeface="Calibri"/>
                <a:cs typeface="Calibri"/>
                <a:sym typeface="Calibri"/>
              </a:rPr>
              <a:t>Normal paragraph text</a:t>
            </a:r>
            <a:endParaRPr sz="1100" b="0" i="0" u="none" strike="noStrike" cap="none">
              <a:solidFill>
                <a:schemeClr val="dk1"/>
              </a:solidFill>
              <a:latin typeface="Calibri"/>
              <a:ea typeface="Calibri"/>
              <a:cs typeface="Calibri"/>
              <a:sym typeface="Calibri"/>
            </a:endParaRPr>
          </a:p>
        </p:txBody>
      </p:sp>
      <p:sp>
        <p:nvSpPr>
          <p:cNvPr id="215" name="Google Shape;215;p11"/>
          <p:cNvSpPr/>
          <p:nvPr/>
        </p:nvSpPr>
        <p:spPr>
          <a:xfrm>
            <a:off x="6675120" y="5257800"/>
            <a:ext cx="4892040" cy="777240"/>
          </a:xfrm>
          <a:prstGeom prst="roundRect">
            <a:avLst>
              <a:gd name="adj" fmla="val 11765"/>
            </a:avLst>
          </a:prstGeom>
          <a:solidFill>
            <a:srgbClr val="DCEEFF"/>
          </a:solidFill>
          <a:ln w="12700" cap="flat" cmpd="sng">
            <a:solidFill>
              <a:srgbClr val="0D6EFD"/>
            </a:solidFill>
            <a:prstDash val="dash"/>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 name="Google Shape;216;p11"/>
          <p:cNvSpPr/>
          <p:nvPr/>
        </p:nvSpPr>
        <p:spPr>
          <a:xfrm>
            <a:off x="6675120" y="5257800"/>
            <a:ext cx="4892040" cy="77724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0D6EFD"/>
              </a:buClr>
              <a:buSzPts val="1200"/>
              <a:buFont typeface="Calibri"/>
              <a:buNone/>
            </a:pPr>
            <a:r>
              <a:rPr lang="en-US" sz="1200" b="0" i="1" u="none" strike="noStrike" cap="none">
                <a:solidFill>
                  <a:srgbClr val="0D6EFD"/>
                </a:solidFill>
                <a:latin typeface="Calibri"/>
                <a:ea typeface="Calibri"/>
                <a:cs typeface="Calibri"/>
                <a:sym typeface="Calibri"/>
              </a:rPr>
              <a:t>Wireframe or design sketch can go here</a:t>
            </a:r>
            <a:endParaRPr sz="1200" b="0" i="0" u="none" strike="noStrike" cap="none">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21"/>
        <p:cNvGrpSpPr/>
        <p:nvPr/>
      </p:nvGrpSpPr>
      <p:grpSpPr>
        <a:xfrm>
          <a:off x="0" y="0"/>
          <a:ext cx="0" cy="0"/>
          <a:chOff x="0" y="0"/>
          <a:chExt cx="0" cy="0"/>
        </a:xfrm>
      </p:grpSpPr>
      <p:sp>
        <p:nvSpPr>
          <p:cNvPr id="222" name="Google Shape;222;p12"/>
          <p:cNvSpPr/>
          <p:nvPr/>
        </p:nvSpPr>
        <p:spPr>
          <a:xfrm>
            <a:off x="640080" y="411480"/>
            <a:ext cx="10908792" cy="7315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42047"/>
              </a:buClr>
              <a:buSzPts val="3400"/>
              <a:buFont typeface="Cambria"/>
              <a:buNone/>
            </a:pPr>
            <a:r>
              <a:rPr lang="en-US" sz="3400" b="1" i="0" u="none" strike="noStrike" cap="none">
                <a:solidFill>
                  <a:srgbClr val="042047"/>
                </a:solidFill>
                <a:latin typeface="Cambria"/>
                <a:ea typeface="Cambria"/>
                <a:cs typeface="Cambria"/>
                <a:sym typeface="Cambria"/>
              </a:rPr>
              <a:t>Technology Stack</a:t>
            </a:r>
            <a:endParaRPr sz="3400" b="0" i="0" u="none" strike="noStrike" cap="none">
              <a:solidFill>
                <a:schemeClr val="dk1"/>
              </a:solidFill>
              <a:latin typeface="Calibri"/>
              <a:ea typeface="Calibri"/>
              <a:cs typeface="Calibri"/>
              <a:sym typeface="Calibri"/>
            </a:endParaRPr>
          </a:p>
        </p:txBody>
      </p:sp>
      <p:sp>
        <p:nvSpPr>
          <p:cNvPr id="223" name="Google Shape;223;p12"/>
          <p:cNvSpPr/>
          <p:nvPr/>
        </p:nvSpPr>
        <p:spPr>
          <a:xfrm>
            <a:off x="640080" y="1115568"/>
            <a:ext cx="10908792" cy="365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85858"/>
              </a:buClr>
              <a:buSzPts val="1500"/>
              <a:buFont typeface="Calibri"/>
              <a:buNone/>
            </a:pPr>
            <a:r>
              <a:rPr lang="en-US" sz="1500" b="0" i="0" u="none" strike="noStrike" cap="none">
                <a:solidFill>
                  <a:srgbClr val="585858"/>
                </a:solidFill>
                <a:latin typeface="Calibri"/>
                <a:ea typeface="Calibri"/>
                <a:cs typeface="Calibri"/>
                <a:sym typeface="Calibri"/>
              </a:rPr>
              <a:t>What we used and why we chose it</a:t>
            </a:r>
            <a:endParaRPr sz="1500" b="0" i="0" u="none" strike="noStrike" cap="none">
              <a:solidFill>
                <a:schemeClr val="dk1"/>
              </a:solidFill>
              <a:latin typeface="Calibri"/>
              <a:ea typeface="Calibri"/>
              <a:cs typeface="Calibri"/>
              <a:sym typeface="Calibri"/>
            </a:endParaRPr>
          </a:p>
        </p:txBody>
      </p:sp>
      <p:sp>
        <p:nvSpPr>
          <p:cNvPr id="224" name="Google Shape;224;p12"/>
          <p:cNvSpPr/>
          <p:nvPr/>
        </p:nvSpPr>
        <p:spPr>
          <a:xfrm>
            <a:off x="640080" y="1828800"/>
            <a:ext cx="3392424" cy="1828800"/>
          </a:xfrm>
          <a:prstGeom prst="roundRect">
            <a:avLst>
              <a:gd name="adj" fmla="val 6000"/>
            </a:avLst>
          </a:prstGeom>
          <a:solidFill>
            <a:srgbClr val="FFFFFF"/>
          </a:solidFill>
          <a:ln w="12700" cap="flat" cmpd="sng">
            <a:solidFill>
              <a:srgbClr val="DEE2E6"/>
            </a:solidFill>
            <a:prstDash val="solid"/>
            <a:round/>
            <a:headEnd type="none" w="sm" len="sm"/>
            <a:tailEnd type="none" w="sm" len="sm"/>
          </a:ln>
          <a:effectLst>
            <a:outerShdw blurRad="101600" dist="25400" dir="5400000" algn="bl" rotWithShape="0">
              <a:srgbClr val="BFBFBF">
                <a:alpha val="34902"/>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 name="Google Shape;225;p12"/>
          <p:cNvSpPr/>
          <p:nvPr/>
        </p:nvSpPr>
        <p:spPr>
          <a:xfrm>
            <a:off x="914400" y="2029968"/>
            <a:ext cx="2843784" cy="365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D6EFD"/>
              </a:buClr>
              <a:buSzPts val="1900"/>
              <a:buFont typeface="Cambria"/>
              <a:buNone/>
            </a:pPr>
            <a:r>
              <a:rPr lang="en-US" sz="1900" b="1" i="0" u="none" strike="noStrike" cap="none">
                <a:solidFill>
                  <a:srgbClr val="0D6EFD"/>
                </a:solidFill>
                <a:latin typeface="Cambria"/>
                <a:ea typeface="Cambria"/>
                <a:cs typeface="Cambria"/>
                <a:sym typeface="Cambria"/>
              </a:rPr>
              <a:t>React 19</a:t>
            </a:r>
            <a:endParaRPr sz="1900" b="0" i="0" u="none" strike="noStrike" cap="none">
              <a:solidFill>
                <a:schemeClr val="dk1"/>
              </a:solidFill>
              <a:latin typeface="Calibri"/>
              <a:ea typeface="Calibri"/>
              <a:cs typeface="Calibri"/>
              <a:sym typeface="Calibri"/>
            </a:endParaRPr>
          </a:p>
        </p:txBody>
      </p:sp>
      <p:sp>
        <p:nvSpPr>
          <p:cNvPr id="226" name="Google Shape;226;p12"/>
          <p:cNvSpPr/>
          <p:nvPr/>
        </p:nvSpPr>
        <p:spPr>
          <a:xfrm>
            <a:off x="914400" y="2450592"/>
            <a:ext cx="2843784" cy="9144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85858"/>
              </a:buClr>
              <a:buSzPts val="1200"/>
              <a:buFont typeface="Calibri"/>
              <a:buNone/>
            </a:pPr>
            <a:r>
              <a:rPr lang="en-US" sz="1200" b="0" i="0" u="none" strike="noStrike" cap="none">
                <a:solidFill>
                  <a:srgbClr val="585858"/>
                </a:solidFill>
                <a:latin typeface="Calibri"/>
                <a:ea typeface="Calibri"/>
                <a:cs typeface="Calibri"/>
                <a:sym typeface="Calibri"/>
              </a:rPr>
              <a:t>Component based, so Navbar and Footer are written once and reused everywhere</a:t>
            </a:r>
            <a:endParaRPr sz="1200" b="0" i="0" u="none" strike="noStrike" cap="none">
              <a:solidFill>
                <a:schemeClr val="dk1"/>
              </a:solidFill>
              <a:latin typeface="Calibri"/>
              <a:ea typeface="Calibri"/>
              <a:cs typeface="Calibri"/>
              <a:sym typeface="Calibri"/>
            </a:endParaRPr>
          </a:p>
        </p:txBody>
      </p:sp>
      <p:sp>
        <p:nvSpPr>
          <p:cNvPr id="227" name="Google Shape;227;p12"/>
          <p:cNvSpPr/>
          <p:nvPr/>
        </p:nvSpPr>
        <p:spPr>
          <a:xfrm>
            <a:off x="4398264" y="1828800"/>
            <a:ext cx="3392424" cy="1828800"/>
          </a:xfrm>
          <a:prstGeom prst="roundRect">
            <a:avLst>
              <a:gd name="adj" fmla="val 6000"/>
            </a:avLst>
          </a:prstGeom>
          <a:solidFill>
            <a:srgbClr val="FFFFFF"/>
          </a:solidFill>
          <a:ln w="12700" cap="flat" cmpd="sng">
            <a:solidFill>
              <a:srgbClr val="DEE2E6"/>
            </a:solidFill>
            <a:prstDash val="solid"/>
            <a:round/>
            <a:headEnd type="none" w="sm" len="sm"/>
            <a:tailEnd type="none" w="sm" len="sm"/>
          </a:ln>
          <a:effectLst>
            <a:outerShdw blurRad="101600" dist="25400" dir="5400000" algn="bl" rotWithShape="0">
              <a:srgbClr val="BFBFBF">
                <a:alpha val="34902"/>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 name="Google Shape;228;p12"/>
          <p:cNvSpPr/>
          <p:nvPr/>
        </p:nvSpPr>
        <p:spPr>
          <a:xfrm>
            <a:off x="4672584" y="2029968"/>
            <a:ext cx="2843784" cy="365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D6EFD"/>
              </a:buClr>
              <a:buSzPts val="1900"/>
              <a:buFont typeface="Cambria"/>
              <a:buNone/>
            </a:pPr>
            <a:r>
              <a:rPr lang="en-US" sz="1900" b="1" i="0" u="none" strike="noStrike" cap="none">
                <a:solidFill>
                  <a:srgbClr val="0D6EFD"/>
                </a:solidFill>
                <a:latin typeface="Cambria"/>
                <a:ea typeface="Cambria"/>
                <a:cs typeface="Cambria"/>
                <a:sym typeface="Cambria"/>
              </a:rPr>
              <a:t>Vite</a:t>
            </a:r>
            <a:endParaRPr sz="1900" b="0" i="0" u="none" strike="noStrike" cap="none">
              <a:solidFill>
                <a:schemeClr val="dk1"/>
              </a:solidFill>
              <a:latin typeface="Calibri"/>
              <a:ea typeface="Calibri"/>
              <a:cs typeface="Calibri"/>
              <a:sym typeface="Calibri"/>
            </a:endParaRPr>
          </a:p>
        </p:txBody>
      </p:sp>
      <p:sp>
        <p:nvSpPr>
          <p:cNvPr id="229" name="Google Shape;229;p12"/>
          <p:cNvSpPr/>
          <p:nvPr/>
        </p:nvSpPr>
        <p:spPr>
          <a:xfrm>
            <a:off x="4672584" y="2450592"/>
            <a:ext cx="2843784" cy="9144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85858"/>
              </a:buClr>
              <a:buSzPts val="1200"/>
              <a:buFont typeface="Calibri"/>
              <a:buNone/>
            </a:pPr>
            <a:r>
              <a:rPr lang="en-US" sz="1200" b="0" i="0" u="none" strike="noStrike" cap="none">
                <a:solidFill>
                  <a:srgbClr val="585858"/>
                </a:solidFill>
                <a:latin typeface="Calibri"/>
                <a:ea typeface="Calibri"/>
                <a:cs typeface="Calibri"/>
                <a:sym typeface="Calibri"/>
              </a:rPr>
              <a:t>Very fast dev server and instant hot reload while coding</a:t>
            </a:r>
            <a:endParaRPr sz="1200" b="0" i="0" u="none" strike="noStrike" cap="none">
              <a:solidFill>
                <a:schemeClr val="dk1"/>
              </a:solidFill>
              <a:latin typeface="Calibri"/>
              <a:ea typeface="Calibri"/>
              <a:cs typeface="Calibri"/>
              <a:sym typeface="Calibri"/>
            </a:endParaRPr>
          </a:p>
        </p:txBody>
      </p:sp>
      <p:sp>
        <p:nvSpPr>
          <p:cNvPr id="230" name="Google Shape;230;p12"/>
          <p:cNvSpPr/>
          <p:nvPr/>
        </p:nvSpPr>
        <p:spPr>
          <a:xfrm>
            <a:off x="8156448" y="1828800"/>
            <a:ext cx="3392424" cy="1828800"/>
          </a:xfrm>
          <a:prstGeom prst="roundRect">
            <a:avLst>
              <a:gd name="adj" fmla="val 6000"/>
            </a:avLst>
          </a:prstGeom>
          <a:solidFill>
            <a:srgbClr val="FFFFFF"/>
          </a:solidFill>
          <a:ln w="12700" cap="flat" cmpd="sng">
            <a:solidFill>
              <a:srgbClr val="DEE2E6"/>
            </a:solidFill>
            <a:prstDash val="solid"/>
            <a:round/>
            <a:headEnd type="none" w="sm" len="sm"/>
            <a:tailEnd type="none" w="sm" len="sm"/>
          </a:ln>
          <a:effectLst>
            <a:outerShdw blurRad="101600" dist="25400" dir="5400000" algn="bl" rotWithShape="0">
              <a:srgbClr val="BFBFBF">
                <a:alpha val="34902"/>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 name="Google Shape;231;p12"/>
          <p:cNvSpPr/>
          <p:nvPr/>
        </p:nvSpPr>
        <p:spPr>
          <a:xfrm>
            <a:off x="8430768" y="2029968"/>
            <a:ext cx="2843784" cy="365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D6EFD"/>
              </a:buClr>
              <a:buSzPts val="1900"/>
              <a:buFont typeface="Cambria"/>
              <a:buNone/>
            </a:pPr>
            <a:r>
              <a:rPr lang="en-US" sz="1900" b="1" i="0" u="none" strike="noStrike" cap="none" dirty="0">
                <a:solidFill>
                  <a:srgbClr val="0D6EFD"/>
                </a:solidFill>
                <a:latin typeface="Cambria"/>
                <a:ea typeface="Cambria"/>
                <a:cs typeface="Cambria"/>
                <a:sym typeface="Cambria"/>
              </a:rPr>
              <a:t>HTML/ Bootstrap 5/ CSS</a:t>
            </a:r>
            <a:endParaRPr sz="1900" b="0" i="0" u="none" strike="noStrike" cap="none" dirty="0">
              <a:solidFill>
                <a:schemeClr val="dk1"/>
              </a:solidFill>
              <a:latin typeface="Calibri"/>
              <a:ea typeface="Calibri"/>
              <a:cs typeface="Calibri"/>
              <a:sym typeface="Calibri"/>
            </a:endParaRPr>
          </a:p>
        </p:txBody>
      </p:sp>
      <p:sp>
        <p:nvSpPr>
          <p:cNvPr id="232" name="Google Shape;232;p12"/>
          <p:cNvSpPr/>
          <p:nvPr/>
        </p:nvSpPr>
        <p:spPr>
          <a:xfrm>
            <a:off x="8430768" y="2450592"/>
            <a:ext cx="2843784" cy="9144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85858"/>
              </a:buClr>
              <a:buSzPts val="1200"/>
              <a:buFont typeface="Calibri"/>
              <a:buNone/>
            </a:pPr>
            <a:r>
              <a:rPr lang="en-US" sz="1200" b="0" i="0" u="none" strike="noStrike" cap="none">
                <a:solidFill>
                  <a:srgbClr val="585858"/>
                </a:solidFill>
                <a:latin typeface="Calibri"/>
                <a:ea typeface="Calibri"/>
                <a:cs typeface="Calibri"/>
                <a:sym typeface="Calibri"/>
              </a:rPr>
              <a:t>Ready made responsive grid, so we did not write media queries from scratch</a:t>
            </a:r>
            <a:endParaRPr sz="1200" b="0" i="0" u="none" strike="noStrike" cap="none">
              <a:solidFill>
                <a:schemeClr val="dk1"/>
              </a:solidFill>
              <a:latin typeface="Calibri"/>
              <a:ea typeface="Calibri"/>
              <a:cs typeface="Calibri"/>
              <a:sym typeface="Calibri"/>
            </a:endParaRPr>
          </a:p>
        </p:txBody>
      </p:sp>
      <p:sp>
        <p:nvSpPr>
          <p:cNvPr id="233" name="Google Shape;233;p12"/>
          <p:cNvSpPr/>
          <p:nvPr/>
        </p:nvSpPr>
        <p:spPr>
          <a:xfrm>
            <a:off x="640080" y="3977640"/>
            <a:ext cx="3392424" cy="1828800"/>
          </a:xfrm>
          <a:prstGeom prst="roundRect">
            <a:avLst>
              <a:gd name="adj" fmla="val 6000"/>
            </a:avLst>
          </a:prstGeom>
          <a:solidFill>
            <a:srgbClr val="DCEEFF"/>
          </a:solidFill>
          <a:ln w="12700" cap="flat" cmpd="sng">
            <a:solidFill>
              <a:srgbClr val="DEE2E6"/>
            </a:solidFill>
            <a:prstDash val="solid"/>
            <a:round/>
            <a:headEnd type="none" w="sm" len="sm"/>
            <a:tailEnd type="none" w="sm" len="sm"/>
          </a:ln>
          <a:effectLst>
            <a:outerShdw blurRad="101600" dist="25400" dir="5400000" algn="bl" rotWithShape="0">
              <a:srgbClr val="BFBFBF">
                <a:alpha val="34902"/>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12"/>
          <p:cNvSpPr/>
          <p:nvPr/>
        </p:nvSpPr>
        <p:spPr>
          <a:xfrm>
            <a:off x="914400" y="4178808"/>
            <a:ext cx="2843784" cy="365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D6EFD"/>
              </a:buClr>
              <a:buSzPts val="1900"/>
              <a:buFont typeface="Cambria"/>
              <a:buNone/>
            </a:pPr>
            <a:r>
              <a:rPr lang="en-US" sz="1900" b="1" i="0" u="none" strike="noStrike" cap="none">
                <a:solidFill>
                  <a:srgbClr val="0D6EFD"/>
                </a:solidFill>
                <a:latin typeface="Cambria"/>
                <a:ea typeface="Cambria"/>
                <a:cs typeface="Cambria"/>
                <a:sym typeface="Cambria"/>
              </a:rPr>
              <a:t>React Router v7</a:t>
            </a:r>
            <a:endParaRPr sz="1900" b="0" i="0" u="none" strike="noStrike" cap="none">
              <a:solidFill>
                <a:schemeClr val="dk1"/>
              </a:solidFill>
              <a:latin typeface="Calibri"/>
              <a:ea typeface="Calibri"/>
              <a:cs typeface="Calibri"/>
              <a:sym typeface="Calibri"/>
            </a:endParaRPr>
          </a:p>
        </p:txBody>
      </p:sp>
      <p:sp>
        <p:nvSpPr>
          <p:cNvPr id="235" name="Google Shape;235;p12"/>
          <p:cNvSpPr/>
          <p:nvPr/>
        </p:nvSpPr>
        <p:spPr>
          <a:xfrm>
            <a:off x="914400" y="4599432"/>
            <a:ext cx="2843784" cy="9144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85858"/>
              </a:buClr>
              <a:buSzPts val="1200"/>
              <a:buFont typeface="Calibri"/>
              <a:buNone/>
            </a:pPr>
            <a:r>
              <a:rPr lang="en-US" sz="1200" b="0" i="0" u="none" strike="noStrike" cap="none">
                <a:solidFill>
                  <a:srgbClr val="585858"/>
                </a:solidFill>
                <a:latin typeface="Calibri"/>
                <a:ea typeface="Calibri"/>
                <a:cs typeface="Calibri"/>
                <a:sym typeface="Calibri"/>
              </a:rPr>
              <a:t>Page navigation without reloading the browser</a:t>
            </a:r>
            <a:endParaRPr sz="1200" b="0" i="0" u="none" strike="noStrike" cap="none">
              <a:solidFill>
                <a:schemeClr val="dk1"/>
              </a:solidFill>
              <a:latin typeface="Calibri"/>
              <a:ea typeface="Calibri"/>
              <a:cs typeface="Calibri"/>
              <a:sym typeface="Calibri"/>
            </a:endParaRPr>
          </a:p>
        </p:txBody>
      </p:sp>
      <p:sp>
        <p:nvSpPr>
          <p:cNvPr id="236" name="Google Shape;236;p12"/>
          <p:cNvSpPr/>
          <p:nvPr/>
        </p:nvSpPr>
        <p:spPr>
          <a:xfrm>
            <a:off x="4398264" y="3977640"/>
            <a:ext cx="3392424" cy="1828800"/>
          </a:xfrm>
          <a:prstGeom prst="roundRect">
            <a:avLst>
              <a:gd name="adj" fmla="val 6000"/>
            </a:avLst>
          </a:prstGeom>
          <a:solidFill>
            <a:srgbClr val="DCEEFF"/>
          </a:solidFill>
          <a:ln w="12700" cap="flat" cmpd="sng">
            <a:solidFill>
              <a:srgbClr val="DEE2E6"/>
            </a:solidFill>
            <a:prstDash val="solid"/>
            <a:round/>
            <a:headEnd type="none" w="sm" len="sm"/>
            <a:tailEnd type="none" w="sm" len="sm"/>
          </a:ln>
          <a:effectLst>
            <a:outerShdw blurRad="101600" dist="25400" dir="5400000" algn="bl" rotWithShape="0">
              <a:srgbClr val="BFBFBF">
                <a:alpha val="34902"/>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 name="Google Shape;237;p12"/>
          <p:cNvSpPr/>
          <p:nvPr/>
        </p:nvSpPr>
        <p:spPr>
          <a:xfrm>
            <a:off x="4672584" y="4178808"/>
            <a:ext cx="2843784" cy="365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D6EFD"/>
              </a:buClr>
              <a:buSzPts val="1900"/>
              <a:buFont typeface="Cambria"/>
              <a:buNone/>
            </a:pPr>
            <a:r>
              <a:rPr lang="en-US" sz="1900" b="1" i="0" u="none" strike="noStrike" cap="none">
                <a:solidFill>
                  <a:srgbClr val="0D6EFD"/>
                </a:solidFill>
                <a:latin typeface="Cambria"/>
                <a:ea typeface="Cambria"/>
                <a:cs typeface="Cambria"/>
                <a:sym typeface="Cambria"/>
              </a:rPr>
              <a:t>Font Awesome</a:t>
            </a:r>
            <a:endParaRPr sz="1900" b="0" i="0" u="none" strike="noStrike" cap="none">
              <a:solidFill>
                <a:schemeClr val="dk1"/>
              </a:solidFill>
              <a:latin typeface="Calibri"/>
              <a:ea typeface="Calibri"/>
              <a:cs typeface="Calibri"/>
              <a:sym typeface="Calibri"/>
            </a:endParaRPr>
          </a:p>
        </p:txBody>
      </p:sp>
      <p:sp>
        <p:nvSpPr>
          <p:cNvPr id="238" name="Google Shape;238;p12"/>
          <p:cNvSpPr/>
          <p:nvPr/>
        </p:nvSpPr>
        <p:spPr>
          <a:xfrm>
            <a:off x="4672584" y="4599432"/>
            <a:ext cx="2843784" cy="9144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85858"/>
              </a:buClr>
              <a:buSzPts val="1200"/>
              <a:buFont typeface="Calibri"/>
              <a:buNone/>
            </a:pPr>
            <a:r>
              <a:rPr lang="en-US" sz="1200" b="0" i="0" u="none" strike="noStrike" cap="none">
                <a:solidFill>
                  <a:srgbClr val="585858"/>
                </a:solidFill>
                <a:latin typeface="Calibri"/>
                <a:ea typeface="Calibri"/>
                <a:cs typeface="Calibri"/>
                <a:sym typeface="Calibri"/>
              </a:rPr>
              <a:t>Icons for buttons, forms and cards</a:t>
            </a:r>
            <a:endParaRPr sz="1200" b="0" i="0" u="none" strike="noStrike" cap="none">
              <a:solidFill>
                <a:schemeClr val="dk1"/>
              </a:solidFill>
              <a:latin typeface="Calibri"/>
              <a:ea typeface="Calibri"/>
              <a:cs typeface="Calibri"/>
              <a:sym typeface="Calibri"/>
            </a:endParaRPr>
          </a:p>
        </p:txBody>
      </p:sp>
      <p:sp>
        <p:nvSpPr>
          <p:cNvPr id="239" name="Google Shape;239;p12"/>
          <p:cNvSpPr/>
          <p:nvPr/>
        </p:nvSpPr>
        <p:spPr>
          <a:xfrm>
            <a:off x="8156448" y="3977640"/>
            <a:ext cx="3392424" cy="1828800"/>
          </a:xfrm>
          <a:prstGeom prst="roundRect">
            <a:avLst>
              <a:gd name="adj" fmla="val 6000"/>
            </a:avLst>
          </a:prstGeom>
          <a:solidFill>
            <a:srgbClr val="DCEEFF"/>
          </a:solidFill>
          <a:ln w="12700" cap="flat" cmpd="sng">
            <a:solidFill>
              <a:srgbClr val="DEE2E6"/>
            </a:solidFill>
            <a:prstDash val="solid"/>
            <a:round/>
            <a:headEnd type="none" w="sm" len="sm"/>
            <a:tailEnd type="none" w="sm" len="sm"/>
          </a:ln>
          <a:effectLst>
            <a:outerShdw blurRad="101600" dist="25400" dir="5400000" algn="bl" rotWithShape="0">
              <a:srgbClr val="BFBFBF">
                <a:alpha val="34902"/>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 name="Google Shape;240;p12"/>
          <p:cNvSpPr/>
          <p:nvPr/>
        </p:nvSpPr>
        <p:spPr>
          <a:xfrm>
            <a:off x="8430768" y="4178808"/>
            <a:ext cx="2843784" cy="365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D6EFD"/>
              </a:buClr>
              <a:buSzPts val="1900"/>
              <a:buFont typeface="Cambria"/>
              <a:buNone/>
            </a:pPr>
            <a:r>
              <a:rPr lang="en-US" sz="1900" b="1" i="0" u="none" strike="noStrike" cap="none">
                <a:solidFill>
                  <a:srgbClr val="0D6EFD"/>
                </a:solidFill>
                <a:latin typeface="Cambria"/>
                <a:ea typeface="Cambria"/>
                <a:cs typeface="Cambria"/>
                <a:sym typeface="Cambria"/>
              </a:rPr>
              <a:t>JSON data</a:t>
            </a:r>
            <a:endParaRPr sz="1900" b="0" i="0" u="none" strike="noStrike" cap="none">
              <a:solidFill>
                <a:schemeClr val="dk1"/>
              </a:solidFill>
              <a:latin typeface="Calibri"/>
              <a:ea typeface="Calibri"/>
              <a:cs typeface="Calibri"/>
              <a:sym typeface="Calibri"/>
            </a:endParaRPr>
          </a:p>
        </p:txBody>
      </p:sp>
      <p:sp>
        <p:nvSpPr>
          <p:cNvPr id="241" name="Google Shape;241;p12"/>
          <p:cNvSpPr/>
          <p:nvPr/>
        </p:nvSpPr>
        <p:spPr>
          <a:xfrm>
            <a:off x="8430768" y="4599432"/>
            <a:ext cx="2843784" cy="9144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85858"/>
              </a:buClr>
              <a:buSzPts val="1200"/>
              <a:buFont typeface="Calibri"/>
              <a:buNone/>
            </a:pPr>
            <a:r>
              <a:rPr lang="en-US" sz="1200" b="0" i="0" u="none" strike="noStrike" cap="none">
                <a:solidFill>
                  <a:srgbClr val="585858"/>
                </a:solidFill>
                <a:latin typeface="Calibri"/>
                <a:ea typeface="Calibri"/>
                <a:cs typeface="Calibri"/>
                <a:sym typeface="Calibri"/>
              </a:rPr>
              <a:t>Doctor and patient data kept in JSON for now, backend comes later</a:t>
            </a:r>
            <a:endParaRPr sz="1200" b="0" i="0" u="none" strike="noStrike" cap="none">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46"/>
        <p:cNvGrpSpPr/>
        <p:nvPr/>
      </p:nvGrpSpPr>
      <p:grpSpPr>
        <a:xfrm>
          <a:off x="0" y="0"/>
          <a:ext cx="0" cy="0"/>
          <a:chOff x="0" y="0"/>
          <a:chExt cx="0" cy="0"/>
        </a:xfrm>
      </p:grpSpPr>
      <p:sp>
        <p:nvSpPr>
          <p:cNvPr id="247" name="Google Shape;247;p13"/>
          <p:cNvSpPr/>
          <p:nvPr/>
        </p:nvSpPr>
        <p:spPr>
          <a:xfrm>
            <a:off x="640080" y="411480"/>
            <a:ext cx="10908792" cy="7315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42047"/>
              </a:buClr>
              <a:buSzPts val="3400"/>
              <a:buFont typeface="Cambria"/>
              <a:buNone/>
            </a:pPr>
            <a:r>
              <a:rPr lang="en-US" sz="3400" b="1" i="0" u="none" strike="noStrike" cap="none">
                <a:solidFill>
                  <a:srgbClr val="042047"/>
                </a:solidFill>
                <a:latin typeface="Cambria"/>
                <a:ea typeface="Cambria"/>
                <a:cs typeface="Cambria"/>
                <a:sym typeface="Cambria"/>
              </a:rPr>
              <a:t>Project Flow</a:t>
            </a:r>
            <a:endParaRPr sz="3400" b="0" i="0" u="none" strike="noStrike" cap="none">
              <a:solidFill>
                <a:schemeClr val="dk1"/>
              </a:solidFill>
              <a:latin typeface="Calibri"/>
              <a:ea typeface="Calibri"/>
              <a:cs typeface="Calibri"/>
              <a:sym typeface="Calibri"/>
            </a:endParaRPr>
          </a:p>
        </p:txBody>
      </p:sp>
      <p:sp>
        <p:nvSpPr>
          <p:cNvPr id="248" name="Google Shape;248;p13"/>
          <p:cNvSpPr/>
          <p:nvPr/>
        </p:nvSpPr>
        <p:spPr>
          <a:xfrm>
            <a:off x="640080" y="1115568"/>
            <a:ext cx="10908792" cy="365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85858"/>
              </a:buClr>
              <a:buSzPts val="1500"/>
              <a:buFont typeface="Calibri"/>
              <a:buNone/>
            </a:pPr>
            <a:r>
              <a:rPr lang="en-US" sz="1500" b="0" i="0" u="none" strike="noStrike" cap="none">
                <a:solidFill>
                  <a:srgbClr val="585858"/>
                </a:solidFill>
                <a:latin typeface="Calibri"/>
                <a:ea typeface="Calibri"/>
                <a:cs typeface="Calibri"/>
                <a:sym typeface="Calibri"/>
              </a:rPr>
              <a:t>Live demo on screen</a:t>
            </a:r>
            <a:endParaRPr sz="1500" b="0" i="0" u="none" strike="noStrike" cap="none">
              <a:solidFill>
                <a:schemeClr val="dk1"/>
              </a:solidFill>
              <a:latin typeface="Calibri"/>
              <a:ea typeface="Calibri"/>
              <a:cs typeface="Calibri"/>
              <a:sym typeface="Calibri"/>
            </a:endParaRPr>
          </a:p>
        </p:txBody>
      </p:sp>
      <p:sp>
        <p:nvSpPr>
          <p:cNvPr id="249" name="Google Shape;249;p13"/>
          <p:cNvSpPr/>
          <p:nvPr/>
        </p:nvSpPr>
        <p:spPr>
          <a:xfrm>
            <a:off x="640080" y="2194560"/>
            <a:ext cx="1815998" cy="1051560"/>
          </a:xfrm>
          <a:prstGeom prst="roundRect">
            <a:avLst>
              <a:gd name="adj" fmla="val 10435"/>
            </a:avLst>
          </a:prstGeom>
          <a:solidFill>
            <a:srgbClr val="DCEEFF"/>
          </a:solidFill>
          <a:ln w="12700" cap="flat" cmpd="sng">
            <a:solidFill>
              <a:srgbClr val="0D6EF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 name="Google Shape;250;p13"/>
          <p:cNvSpPr/>
          <p:nvPr/>
        </p:nvSpPr>
        <p:spPr>
          <a:xfrm>
            <a:off x="640080" y="2194560"/>
            <a:ext cx="1815998" cy="105156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042047"/>
              </a:buClr>
              <a:buSzPts val="1600"/>
              <a:buFont typeface="Calibri"/>
              <a:buNone/>
            </a:pPr>
            <a:r>
              <a:rPr lang="en-US" sz="1600" b="1" i="0" u="none" strike="noStrike" cap="none">
                <a:solidFill>
                  <a:srgbClr val="042047"/>
                </a:solidFill>
                <a:latin typeface="Calibri"/>
                <a:ea typeface="Calibri"/>
                <a:cs typeface="Calibri"/>
                <a:sym typeface="Calibri"/>
              </a:rPr>
              <a:t>Home</a:t>
            </a:r>
            <a:endParaRPr sz="1600" b="0" i="0" u="none" strike="noStrike" cap="none">
              <a:solidFill>
                <a:schemeClr val="dk1"/>
              </a:solidFill>
              <a:latin typeface="Calibri"/>
              <a:ea typeface="Calibri"/>
              <a:cs typeface="Calibri"/>
              <a:sym typeface="Calibri"/>
            </a:endParaRPr>
          </a:p>
        </p:txBody>
      </p:sp>
      <p:sp>
        <p:nvSpPr>
          <p:cNvPr id="251" name="Google Shape;251;p13"/>
          <p:cNvSpPr/>
          <p:nvPr/>
        </p:nvSpPr>
        <p:spPr>
          <a:xfrm>
            <a:off x="2456078" y="2377440"/>
            <a:ext cx="457200" cy="6858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0D6EFD"/>
              </a:buClr>
              <a:buSzPts val="3000"/>
              <a:buFont typeface="Calibri"/>
              <a:buNone/>
            </a:pPr>
            <a:r>
              <a:rPr lang="en-US" sz="3000" b="1" i="0" u="none" strike="noStrike" cap="none">
                <a:solidFill>
                  <a:srgbClr val="0D6EFD"/>
                </a:solidFill>
                <a:latin typeface="Calibri"/>
                <a:ea typeface="Calibri"/>
                <a:cs typeface="Calibri"/>
                <a:sym typeface="Calibri"/>
              </a:rPr>
              <a:t>›</a:t>
            </a:r>
            <a:endParaRPr sz="3000" b="0" i="0" u="none" strike="noStrike" cap="none">
              <a:solidFill>
                <a:schemeClr val="dk1"/>
              </a:solidFill>
              <a:latin typeface="Calibri"/>
              <a:ea typeface="Calibri"/>
              <a:cs typeface="Calibri"/>
              <a:sym typeface="Calibri"/>
            </a:endParaRPr>
          </a:p>
        </p:txBody>
      </p:sp>
      <p:sp>
        <p:nvSpPr>
          <p:cNvPr id="252" name="Google Shape;252;p13"/>
          <p:cNvSpPr/>
          <p:nvPr/>
        </p:nvSpPr>
        <p:spPr>
          <a:xfrm>
            <a:off x="2913278" y="2194560"/>
            <a:ext cx="1815998" cy="1051560"/>
          </a:xfrm>
          <a:prstGeom prst="roundRect">
            <a:avLst>
              <a:gd name="adj" fmla="val 10435"/>
            </a:avLst>
          </a:prstGeom>
          <a:solidFill>
            <a:srgbClr val="0D6EFD"/>
          </a:solidFill>
          <a:ln w="12700" cap="flat" cmpd="sng">
            <a:solidFill>
              <a:srgbClr val="0D6EF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 name="Google Shape;253;p13"/>
          <p:cNvSpPr/>
          <p:nvPr/>
        </p:nvSpPr>
        <p:spPr>
          <a:xfrm>
            <a:off x="2913278" y="2194560"/>
            <a:ext cx="1815998" cy="105156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1600"/>
              <a:buFont typeface="Calibri"/>
              <a:buNone/>
            </a:pPr>
            <a:r>
              <a:rPr lang="en-US" sz="1600" b="1" i="0" u="none" strike="noStrike" cap="none">
                <a:solidFill>
                  <a:srgbClr val="FFFFFF"/>
                </a:solidFill>
                <a:latin typeface="Calibri"/>
                <a:ea typeface="Calibri"/>
                <a:cs typeface="Calibri"/>
                <a:sym typeface="Calibri"/>
              </a:rPr>
              <a:t>Login</a:t>
            </a:r>
            <a:endParaRPr sz="1600" b="0" i="0" u="none" strike="noStrike" cap="none">
              <a:solidFill>
                <a:schemeClr val="dk1"/>
              </a:solidFill>
              <a:latin typeface="Calibri"/>
              <a:ea typeface="Calibri"/>
              <a:cs typeface="Calibri"/>
              <a:sym typeface="Calibri"/>
            </a:endParaRPr>
          </a:p>
        </p:txBody>
      </p:sp>
      <p:sp>
        <p:nvSpPr>
          <p:cNvPr id="254" name="Google Shape;254;p13"/>
          <p:cNvSpPr/>
          <p:nvPr/>
        </p:nvSpPr>
        <p:spPr>
          <a:xfrm>
            <a:off x="4729277" y="2377440"/>
            <a:ext cx="457200" cy="6858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0D6EFD"/>
              </a:buClr>
              <a:buSzPts val="3000"/>
              <a:buFont typeface="Calibri"/>
              <a:buNone/>
            </a:pPr>
            <a:r>
              <a:rPr lang="en-US" sz="3000" b="1" i="0" u="none" strike="noStrike" cap="none">
                <a:solidFill>
                  <a:srgbClr val="0D6EFD"/>
                </a:solidFill>
                <a:latin typeface="Calibri"/>
                <a:ea typeface="Calibri"/>
                <a:cs typeface="Calibri"/>
                <a:sym typeface="Calibri"/>
              </a:rPr>
              <a:t>›</a:t>
            </a:r>
            <a:endParaRPr sz="3000" b="0" i="0" u="none" strike="noStrike" cap="none">
              <a:solidFill>
                <a:schemeClr val="dk1"/>
              </a:solidFill>
              <a:latin typeface="Calibri"/>
              <a:ea typeface="Calibri"/>
              <a:cs typeface="Calibri"/>
              <a:sym typeface="Calibri"/>
            </a:endParaRPr>
          </a:p>
        </p:txBody>
      </p:sp>
      <p:sp>
        <p:nvSpPr>
          <p:cNvPr id="255" name="Google Shape;255;p13"/>
          <p:cNvSpPr/>
          <p:nvPr/>
        </p:nvSpPr>
        <p:spPr>
          <a:xfrm>
            <a:off x="5186477" y="2194560"/>
            <a:ext cx="1815998" cy="1051560"/>
          </a:xfrm>
          <a:prstGeom prst="roundRect">
            <a:avLst>
              <a:gd name="adj" fmla="val 10435"/>
            </a:avLst>
          </a:prstGeom>
          <a:solidFill>
            <a:srgbClr val="0D6EFD"/>
          </a:solidFill>
          <a:ln w="12700" cap="flat" cmpd="sng">
            <a:solidFill>
              <a:srgbClr val="0D6EF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 name="Google Shape;256;p13"/>
          <p:cNvSpPr/>
          <p:nvPr/>
        </p:nvSpPr>
        <p:spPr>
          <a:xfrm>
            <a:off x="5186477" y="2194560"/>
            <a:ext cx="1815998" cy="105156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1600"/>
              <a:buFont typeface="Calibri"/>
              <a:buNone/>
            </a:pPr>
            <a:r>
              <a:rPr lang="en-US" sz="1600" b="1" i="0" u="none" strike="noStrike" cap="none">
                <a:solidFill>
                  <a:srgbClr val="FFFFFF"/>
                </a:solidFill>
                <a:latin typeface="Calibri"/>
                <a:ea typeface="Calibri"/>
                <a:cs typeface="Calibri"/>
                <a:sym typeface="Calibri"/>
              </a:rPr>
              <a:t>Appointment</a:t>
            </a:r>
            <a:endParaRPr sz="1600" b="0" i="0" u="none" strike="noStrike" cap="none">
              <a:solidFill>
                <a:schemeClr val="dk1"/>
              </a:solidFill>
              <a:latin typeface="Calibri"/>
              <a:ea typeface="Calibri"/>
              <a:cs typeface="Calibri"/>
              <a:sym typeface="Calibri"/>
            </a:endParaRPr>
          </a:p>
        </p:txBody>
      </p:sp>
      <p:sp>
        <p:nvSpPr>
          <p:cNvPr id="257" name="Google Shape;257;p13"/>
          <p:cNvSpPr/>
          <p:nvPr/>
        </p:nvSpPr>
        <p:spPr>
          <a:xfrm>
            <a:off x="7002475" y="2377440"/>
            <a:ext cx="457200" cy="6858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0D6EFD"/>
              </a:buClr>
              <a:buSzPts val="3000"/>
              <a:buFont typeface="Calibri"/>
              <a:buNone/>
            </a:pPr>
            <a:r>
              <a:rPr lang="en-US" sz="3000" b="1" i="0" u="none" strike="noStrike" cap="none">
                <a:solidFill>
                  <a:srgbClr val="0D6EFD"/>
                </a:solidFill>
                <a:latin typeface="Calibri"/>
                <a:ea typeface="Calibri"/>
                <a:cs typeface="Calibri"/>
                <a:sym typeface="Calibri"/>
              </a:rPr>
              <a:t>›</a:t>
            </a:r>
            <a:endParaRPr sz="3000" b="0" i="0" u="none" strike="noStrike" cap="none">
              <a:solidFill>
                <a:schemeClr val="dk1"/>
              </a:solidFill>
              <a:latin typeface="Calibri"/>
              <a:ea typeface="Calibri"/>
              <a:cs typeface="Calibri"/>
              <a:sym typeface="Calibri"/>
            </a:endParaRPr>
          </a:p>
        </p:txBody>
      </p:sp>
      <p:sp>
        <p:nvSpPr>
          <p:cNvPr id="258" name="Google Shape;258;p13"/>
          <p:cNvSpPr/>
          <p:nvPr/>
        </p:nvSpPr>
        <p:spPr>
          <a:xfrm>
            <a:off x="7459675" y="2194560"/>
            <a:ext cx="1815998" cy="1051560"/>
          </a:xfrm>
          <a:prstGeom prst="roundRect">
            <a:avLst>
              <a:gd name="adj" fmla="val 10435"/>
            </a:avLst>
          </a:prstGeom>
          <a:solidFill>
            <a:srgbClr val="0D6EFD"/>
          </a:solidFill>
          <a:ln w="12700" cap="flat" cmpd="sng">
            <a:solidFill>
              <a:srgbClr val="0D6EF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 name="Google Shape;259;p13"/>
          <p:cNvSpPr/>
          <p:nvPr/>
        </p:nvSpPr>
        <p:spPr>
          <a:xfrm>
            <a:off x="7459675" y="2194560"/>
            <a:ext cx="1815998" cy="105156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1600"/>
              <a:buFont typeface="Calibri"/>
              <a:buNone/>
            </a:pPr>
            <a:r>
              <a:rPr lang="en-US" sz="1600" b="1" i="0" u="none" strike="noStrike" cap="none">
                <a:solidFill>
                  <a:srgbClr val="FFFFFF"/>
                </a:solidFill>
                <a:latin typeface="Calibri"/>
                <a:ea typeface="Calibri"/>
                <a:cs typeface="Calibri"/>
                <a:sym typeface="Calibri"/>
              </a:rPr>
              <a:t>Dashboard</a:t>
            </a:r>
            <a:endParaRPr sz="1600" b="0" i="0" u="none" strike="noStrike" cap="none">
              <a:solidFill>
                <a:schemeClr val="dk1"/>
              </a:solidFill>
              <a:latin typeface="Calibri"/>
              <a:ea typeface="Calibri"/>
              <a:cs typeface="Calibri"/>
              <a:sym typeface="Calibri"/>
            </a:endParaRPr>
          </a:p>
        </p:txBody>
      </p:sp>
      <p:sp>
        <p:nvSpPr>
          <p:cNvPr id="260" name="Google Shape;260;p13"/>
          <p:cNvSpPr/>
          <p:nvPr/>
        </p:nvSpPr>
        <p:spPr>
          <a:xfrm>
            <a:off x="9275674" y="2377440"/>
            <a:ext cx="457200" cy="6858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0D6EFD"/>
              </a:buClr>
              <a:buSzPts val="3000"/>
              <a:buFont typeface="Calibri"/>
              <a:buNone/>
            </a:pPr>
            <a:r>
              <a:rPr lang="en-US" sz="3000" b="1" i="0" u="none" strike="noStrike" cap="none">
                <a:solidFill>
                  <a:srgbClr val="0D6EFD"/>
                </a:solidFill>
                <a:latin typeface="Calibri"/>
                <a:ea typeface="Calibri"/>
                <a:cs typeface="Calibri"/>
                <a:sym typeface="Calibri"/>
              </a:rPr>
              <a:t>›</a:t>
            </a:r>
            <a:endParaRPr sz="3000" b="0" i="0" u="none" strike="noStrike" cap="none">
              <a:solidFill>
                <a:schemeClr val="dk1"/>
              </a:solidFill>
              <a:latin typeface="Calibri"/>
              <a:ea typeface="Calibri"/>
              <a:cs typeface="Calibri"/>
              <a:sym typeface="Calibri"/>
            </a:endParaRPr>
          </a:p>
        </p:txBody>
      </p:sp>
      <p:sp>
        <p:nvSpPr>
          <p:cNvPr id="261" name="Google Shape;261;p13"/>
          <p:cNvSpPr/>
          <p:nvPr/>
        </p:nvSpPr>
        <p:spPr>
          <a:xfrm>
            <a:off x="9732874" y="2194560"/>
            <a:ext cx="1815998" cy="1051560"/>
          </a:xfrm>
          <a:prstGeom prst="roundRect">
            <a:avLst>
              <a:gd name="adj" fmla="val 10435"/>
            </a:avLst>
          </a:prstGeom>
          <a:solidFill>
            <a:srgbClr val="DCEEFF"/>
          </a:solidFill>
          <a:ln w="12700" cap="flat" cmpd="sng">
            <a:solidFill>
              <a:srgbClr val="0D6EF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 name="Google Shape;262;p13"/>
          <p:cNvSpPr/>
          <p:nvPr/>
        </p:nvSpPr>
        <p:spPr>
          <a:xfrm>
            <a:off x="9732874" y="2194560"/>
            <a:ext cx="1815998" cy="105156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042047"/>
              </a:buClr>
              <a:buSzPts val="1600"/>
              <a:buFont typeface="Calibri"/>
              <a:buNone/>
            </a:pPr>
            <a:r>
              <a:rPr lang="en-US" sz="1600" b="1" i="0" u="none" strike="noStrike" cap="none">
                <a:solidFill>
                  <a:srgbClr val="042047"/>
                </a:solidFill>
                <a:latin typeface="Calibri"/>
                <a:ea typeface="Calibri"/>
                <a:cs typeface="Calibri"/>
                <a:sym typeface="Calibri"/>
              </a:rPr>
              <a:t>Logout</a:t>
            </a:r>
            <a:endParaRPr sz="1600" b="0" i="0" u="none" strike="noStrike" cap="none">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70"/>
        <p:cNvGrpSpPr/>
        <p:nvPr/>
      </p:nvGrpSpPr>
      <p:grpSpPr>
        <a:xfrm>
          <a:off x="0" y="0"/>
          <a:ext cx="0" cy="0"/>
          <a:chOff x="0" y="0"/>
          <a:chExt cx="0" cy="0"/>
        </a:xfrm>
      </p:grpSpPr>
      <p:sp>
        <p:nvSpPr>
          <p:cNvPr id="271" name="Google Shape;271;p14"/>
          <p:cNvSpPr/>
          <p:nvPr/>
        </p:nvSpPr>
        <p:spPr>
          <a:xfrm>
            <a:off x="640080" y="411480"/>
            <a:ext cx="10908792" cy="7315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42047"/>
              </a:buClr>
              <a:buSzPts val="3400"/>
              <a:buFont typeface="Cambria"/>
              <a:buNone/>
            </a:pPr>
            <a:r>
              <a:rPr lang="en-US" sz="3400" b="1" i="0" u="none" strike="noStrike" cap="none">
                <a:solidFill>
                  <a:srgbClr val="042047"/>
                </a:solidFill>
                <a:latin typeface="Cambria"/>
                <a:ea typeface="Cambria"/>
                <a:cs typeface="Cambria"/>
                <a:sym typeface="Cambria"/>
              </a:rPr>
              <a:t>Responsiveness</a:t>
            </a:r>
            <a:endParaRPr sz="3400" b="0" i="0" u="none" strike="noStrike" cap="none">
              <a:solidFill>
                <a:schemeClr val="dk1"/>
              </a:solidFill>
              <a:latin typeface="Calibri"/>
              <a:ea typeface="Calibri"/>
              <a:cs typeface="Calibri"/>
              <a:sym typeface="Calibri"/>
            </a:endParaRPr>
          </a:p>
        </p:txBody>
      </p:sp>
      <p:sp>
        <p:nvSpPr>
          <p:cNvPr id="272" name="Google Shape;272;p14"/>
          <p:cNvSpPr/>
          <p:nvPr/>
        </p:nvSpPr>
        <p:spPr>
          <a:xfrm>
            <a:off x="640080" y="1115568"/>
            <a:ext cx="10908792" cy="365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85858"/>
              </a:buClr>
              <a:buSzPts val="1500"/>
              <a:buFont typeface="Calibri"/>
              <a:buNone/>
            </a:pPr>
            <a:r>
              <a:rPr lang="en-US" sz="1500" b="0" i="0" u="none" strike="noStrike" cap="none">
                <a:solidFill>
                  <a:srgbClr val="585858"/>
                </a:solidFill>
                <a:latin typeface="Calibri"/>
                <a:ea typeface="Calibri"/>
                <a:cs typeface="Calibri"/>
                <a:sym typeface="Calibri"/>
              </a:rPr>
              <a:t>Live demo, resizing in browser DevTools</a:t>
            </a:r>
            <a:endParaRPr sz="1500" b="0" i="0" u="none" strike="noStrike" cap="none">
              <a:solidFill>
                <a:schemeClr val="dk1"/>
              </a:solidFill>
              <a:latin typeface="Calibri"/>
              <a:ea typeface="Calibri"/>
              <a:cs typeface="Calibri"/>
              <a:sym typeface="Calibri"/>
            </a:endParaRPr>
          </a:p>
        </p:txBody>
      </p:sp>
      <p:sp>
        <p:nvSpPr>
          <p:cNvPr id="273" name="Google Shape;273;p14"/>
          <p:cNvSpPr/>
          <p:nvPr/>
        </p:nvSpPr>
        <p:spPr>
          <a:xfrm>
            <a:off x="640080" y="1828800"/>
            <a:ext cx="3361944" cy="2743200"/>
          </a:xfrm>
          <a:prstGeom prst="roundRect">
            <a:avLst>
              <a:gd name="adj" fmla="val 4000"/>
            </a:avLst>
          </a:prstGeom>
          <a:solidFill>
            <a:srgbClr val="FFFFFF"/>
          </a:solidFill>
          <a:ln w="12700" cap="flat" cmpd="sng">
            <a:solidFill>
              <a:srgbClr val="DEE2E6"/>
            </a:solidFill>
            <a:prstDash val="solid"/>
            <a:round/>
            <a:headEnd type="none" w="sm" len="sm"/>
            <a:tailEnd type="none" w="sm" len="sm"/>
          </a:ln>
          <a:effectLst>
            <a:outerShdw blurRad="101600" dist="25400" dir="5400000" algn="bl" rotWithShape="0">
              <a:srgbClr val="BFBFBF">
                <a:alpha val="34902"/>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 name="Google Shape;274;p14"/>
          <p:cNvSpPr/>
          <p:nvPr/>
        </p:nvSpPr>
        <p:spPr>
          <a:xfrm>
            <a:off x="640080" y="2103120"/>
            <a:ext cx="3361944" cy="54864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0D6EFD"/>
              </a:buClr>
              <a:buSzPts val="3400"/>
              <a:buFont typeface="Cambria"/>
              <a:buNone/>
            </a:pPr>
            <a:r>
              <a:rPr lang="en-US" sz="3400" b="1" i="0" u="none" strike="noStrike" cap="none">
                <a:solidFill>
                  <a:srgbClr val="0D6EFD"/>
                </a:solidFill>
                <a:latin typeface="Cambria"/>
                <a:ea typeface="Cambria"/>
                <a:cs typeface="Cambria"/>
                <a:sym typeface="Cambria"/>
              </a:rPr>
              <a:t>1200 px</a:t>
            </a:r>
            <a:endParaRPr sz="3400" b="0" i="0" u="none" strike="noStrike" cap="none">
              <a:solidFill>
                <a:schemeClr val="dk1"/>
              </a:solidFill>
              <a:latin typeface="Calibri"/>
              <a:ea typeface="Calibri"/>
              <a:cs typeface="Calibri"/>
              <a:sym typeface="Calibri"/>
            </a:endParaRPr>
          </a:p>
        </p:txBody>
      </p:sp>
      <p:sp>
        <p:nvSpPr>
          <p:cNvPr id="275" name="Google Shape;275;p14"/>
          <p:cNvSpPr/>
          <p:nvPr/>
        </p:nvSpPr>
        <p:spPr>
          <a:xfrm>
            <a:off x="640080" y="2697480"/>
            <a:ext cx="3361944" cy="36576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042047"/>
              </a:buClr>
              <a:buSzPts val="1700"/>
              <a:buFont typeface="Calibri"/>
              <a:buNone/>
            </a:pPr>
            <a:r>
              <a:rPr lang="en-US" sz="1700" b="1" i="0" u="none" strike="noStrike" cap="none">
                <a:solidFill>
                  <a:srgbClr val="042047"/>
                </a:solidFill>
                <a:latin typeface="Calibri"/>
                <a:ea typeface="Calibri"/>
                <a:cs typeface="Calibri"/>
                <a:sym typeface="Calibri"/>
              </a:rPr>
              <a:t>Desktop</a:t>
            </a:r>
            <a:endParaRPr sz="1700" b="0" i="0" u="none" strike="noStrike" cap="none">
              <a:solidFill>
                <a:schemeClr val="dk1"/>
              </a:solidFill>
              <a:latin typeface="Calibri"/>
              <a:ea typeface="Calibri"/>
              <a:cs typeface="Calibri"/>
              <a:sym typeface="Calibri"/>
            </a:endParaRPr>
          </a:p>
        </p:txBody>
      </p:sp>
      <p:sp>
        <p:nvSpPr>
          <p:cNvPr id="276" name="Google Shape;276;p14"/>
          <p:cNvSpPr/>
          <p:nvPr/>
        </p:nvSpPr>
        <p:spPr>
          <a:xfrm>
            <a:off x="868680" y="3154680"/>
            <a:ext cx="2904744" cy="100584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585858"/>
              </a:buClr>
              <a:buSzPts val="1300"/>
              <a:buFont typeface="Calibri"/>
              <a:buNone/>
            </a:pPr>
            <a:r>
              <a:rPr lang="en-US" sz="1300" b="0" i="0" u="none" strike="noStrike" cap="none">
                <a:solidFill>
                  <a:srgbClr val="585858"/>
                </a:solidFill>
                <a:latin typeface="Calibri"/>
                <a:ea typeface="Calibri"/>
                <a:cs typeface="Calibri"/>
                <a:sym typeface="Calibri"/>
              </a:rPr>
              <a:t>Four cards in one row,</a:t>
            </a:r>
            <a:endParaRPr sz="1300" b="0" i="0" u="none" strike="noStrike" cap="none">
              <a:solidFill>
                <a:schemeClr val="dk1"/>
              </a:solidFill>
              <a:latin typeface="Calibri"/>
              <a:ea typeface="Calibri"/>
              <a:cs typeface="Calibri"/>
              <a:sym typeface="Calibri"/>
            </a:endParaRPr>
          </a:p>
          <a:p>
            <a:pPr marL="0" marR="0" lvl="0" indent="0" algn="ctr" rtl="0">
              <a:spcBef>
                <a:spcPts val="0"/>
              </a:spcBef>
              <a:spcAft>
                <a:spcPts val="0"/>
              </a:spcAft>
              <a:buClr>
                <a:srgbClr val="585858"/>
              </a:buClr>
              <a:buSzPts val="1300"/>
              <a:buFont typeface="Calibri"/>
              <a:buNone/>
            </a:pPr>
            <a:r>
              <a:rPr lang="en-US" sz="1300" b="0" i="0" u="none" strike="noStrike" cap="none">
                <a:solidFill>
                  <a:srgbClr val="585858"/>
                </a:solidFill>
                <a:latin typeface="Calibri"/>
                <a:ea typeface="Calibri"/>
                <a:cs typeface="Calibri"/>
                <a:sym typeface="Calibri"/>
              </a:rPr>
              <a:t>full navbar menu visible</a:t>
            </a:r>
            <a:endParaRPr sz="1300" b="0" i="0" u="none" strike="noStrike" cap="none">
              <a:solidFill>
                <a:schemeClr val="dk1"/>
              </a:solidFill>
              <a:latin typeface="Calibri"/>
              <a:ea typeface="Calibri"/>
              <a:cs typeface="Calibri"/>
              <a:sym typeface="Calibri"/>
            </a:endParaRPr>
          </a:p>
        </p:txBody>
      </p:sp>
      <p:sp>
        <p:nvSpPr>
          <p:cNvPr id="277" name="Google Shape;277;p14"/>
          <p:cNvSpPr/>
          <p:nvPr/>
        </p:nvSpPr>
        <p:spPr>
          <a:xfrm>
            <a:off x="4413504" y="1828800"/>
            <a:ext cx="3361944" cy="2743200"/>
          </a:xfrm>
          <a:prstGeom prst="roundRect">
            <a:avLst>
              <a:gd name="adj" fmla="val 4000"/>
            </a:avLst>
          </a:prstGeom>
          <a:solidFill>
            <a:srgbClr val="DCEEFF"/>
          </a:solidFill>
          <a:ln w="12700" cap="flat" cmpd="sng">
            <a:solidFill>
              <a:srgbClr val="DEE2E6"/>
            </a:solidFill>
            <a:prstDash val="solid"/>
            <a:round/>
            <a:headEnd type="none" w="sm" len="sm"/>
            <a:tailEnd type="none" w="sm" len="sm"/>
          </a:ln>
          <a:effectLst>
            <a:outerShdw blurRad="101600" dist="25400" dir="5400000" algn="bl" rotWithShape="0">
              <a:srgbClr val="BFBFBF">
                <a:alpha val="34902"/>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 name="Google Shape;278;p14"/>
          <p:cNvSpPr/>
          <p:nvPr/>
        </p:nvSpPr>
        <p:spPr>
          <a:xfrm>
            <a:off x="4413504" y="2103120"/>
            <a:ext cx="3361944" cy="54864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0D6EFD"/>
              </a:buClr>
              <a:buSzPts val="3400"/>
              <a:buFont typeface="Cambria"/>
              <a:buNone/>
            </a:pPr>
            <a:r>
              <a:rPr lang="en-US" sz="3400" b="1" i="0" u="none" strike="noStrike" cap="none">
                <a:solidFill>
                  <a:srgbClr val="0D6EFD"/>
                </a:solidFill>
                <a:latin typeface="Cambria"/>
                <a:ea typeface="Cambria"/>
                <a:cs typeface="Cambria"/>
                <a:sym typeface="Cambria"/>
              </a:rPr>
              <a:t>768 px</a:t>
            </a:r>
            <a:endParaRPr sz="3400" b="0" i="0" u="none" strike="noStrike" cap="none">
              <a:solidFill>
                <a:schemeClr val="dk1"/>
              </a:solidFill>
              <a:latin typeface="Calibri"/>
              <a:ea typeface="Calibri"/>
              <a:cs typeface="Calibri"/>
              <a:sym typeface="Calibri"/>
            </a:endParaRPr>
          </a:p>
        </p:txBody>
      </p:sp>
      <p:sp>
        <p:nvSpPr>
          <p:cNvPr id="279" name="Google Shape;279;p14"/>
          <p:cNvSpPr/>
          <p:nvPr/>
        </p:nvSpPr>
        <p:spPr>
          <a:xfrm>
            <a:off x="4413504" y="2697480"/>
            <a:ext cx="3361944" cy="36576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042047"/>
              </a:buClr>
              <a:buSzPts val="1700"/>
              <a:buFont typeface="Calibri"/>
              <a:buNone/>
            </a:pPr>
            <a:r>
              <a:rPr lang="en-US" sz="1700" b="1" i="0" u="none" strike="noStrike" cap="none">
                <a:solidFill>
                  <a:srgbClr val="042047"/>
                </a:solidFill>
                <a:latin typeface="Calibri"/>
                <a:ea typeface="Calibri"/>
                <a:cs typeface="Calibri"/>
                <a:sym typeface="Calibri"/>
              </a:rPr>
              <a:t>Tablet</a:t>
            </a:r>
            <a:endParaRPr sz="1700" b="0" i="0" u="none" strike="noStrike" cap="none">
              <a:solidFill>
                <a:schemeClr val="dk1"/>
              </a:solidFill>
              <a:latin typeface="Calibri"/>
              <a:ea typeface="Calibri"/>
              <a:cs typeface="Calibri"/>
              <a:sym typeface="Calibri"/>
            </a:endParaRPr>
          </a:p>
        </p:txBody>
      </p:sp>
      <p:sp>
        <p:nvSpPr>
          <p:cNvPr id="280" name="Google Shape;280;p14"/>
          <p:cNvSpPr/>
          <p:nvPr/>
        </p:nvSpPr>
        <p:spPr>
          <a:xfrm>
            <a:off x="4642104" y="3154680"/>
            <a:ext cx="2904744" cy="100584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585858"/>
              </a:buClr>
              <a:buSzPts val="1300"/>
              <a:buFont typeface="Calibri"/>
              <a:buNone/>
            </a:pPr>
            <a:r>
              <a:rPr lang="en-US" sz="1300" b="0" i="0" u="none" strike="noStrike" cap="none">
                <a:solidFill>
                  <a:srgbClr val="585858"/>
                </a:solidFill>
                <a:latin typeface="Calibri"/>
                <a:ea typeface="Calibri"/>
                <a:cs typeface="Calibri"/>
                <a:sym typeface="Calibri"/>
              </a:rPr>
              <a:t>Two cards per row,</a:t>
            </a:r>
            <a:endParaRPr sz="1300" b="0" i="0" u="none" strike="noStrike" cap="none">
              <a:solidFill>
                <a:schemeClr val="dk1"/>
              </a:solidFill>
              <a:latin typeface="Calibri"/>
              <a:ea typeface="Calibri"/>
              <a:cs typeface="Calibri"/>
              <a:sym typeface="Calibri"/>
            </a:endParaRPr>
          </a:p>
          <a:p>
            <a:pPr marL="0" marR="0" lvl="0" indent="0" algn="ctr" rtl="0">
              <a:spcBef>
                <a:spcPts val="0"/>
              </a:spcBef>
              <a:spcAft>
                <a:spcPts val="0"/>
              </a:spcAft>
              <a:buClr>
                <a:srgbClr val="585858"/>
              </a:buClr>
              <a:buSzPts val="1300"/>
              <a:buFont typeface="Calibri"/>
              <a:buNone/>
            </a:pPr>
            <a:r>
              <a:rPr lang="en-US" sz="1300" b="0" i="0" u="none" strike="noStrike" cap="none">
                <a:solidFill>
                  <a:srgbClr val="585858"/>
                </a:solidFill>
                <a:latin typeface="Calibri"/>
                <a:ea typeface="Calibri"/>
                <a:cs typeface="Calibri"/>
                <a:sym typeface="Calibri"/>
              </a:rPr>
              <a:t>sections start stacking</a:t>
            </a:r>
            <a:endParaRPr sz="1300" b="0" i="0" u="none" strike="noStrike" cap="none">
              <a:solidFill>
                <a:schemeClr val="dk1"/>
              </a:solidFill>
              <a:latin typeface="Calibri"/>
              <a:ea typeface="Calibri"/>
              <a:cs typeface="Calibri"/>
              <a:sym typeface="Calibri"/>
            </a:endParaRPr>
          </a:p>
        </p:txBody>
      </p:sp>
      <p:sp>
        <p:nvSpPr>
          <p:cNvPr id="281" name="Google Shape;281;p14"/>
          <p:cNvSpPr/>
          <p:nvPr/>
        </p:nvSpPr>
        <p:spPr>
          <a:xfrm>
            <a:off x="8186928" y="1828800"/>
            <a:ext cx="3361944" cy="2743200"/>
          </a:xfrm>
          <a:prstGeom prst="roundRect">
            <a:avLst>
              <a:gd name="adj" fmla="val 4000"/>
            </a:avLst>
          </a:prstGeom>
          <a:solidFill>
            <a:srgbClr val="FFFFFF"/>
          </a:solidFill>
          <a:ln w="12700" cap="flat" cmpd="sng">
            <a:solidFill>
              <a:srgbClr val="DEE2E6"/>
            </a:solidFill>
            <a:prstDash val="solid"/>
            <a:round/>
            <a:headEnd type="none" w="sm" len="sm"/>
            <a:tailEnd type="none" w="sm" len="sm"/>
          </a:ln>
          <a:effectLst>
            <a:outerShdw blurRad="101600" dist="25400" dir="5400000" algn="bl" rotWithShape="0">
              <a:srgbClr val="BFBFBF">
                <a:alpha val="34902"/>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 name="Google Shape;282;p14"/>
          <p:cNvSpPr/>
          <p:nvPr/>
        </p:nvSpPr>
        <p:spPr>
          <a:xfrm>
            <a:off x="8186928" y="2103120"/>
            <a:ext cx="3361944" cy="54864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0D6EFD"/>
              </a:buClr>
              <a:buSzPts val="3400"/>
              <a:buFont typeface="Cambria"/>
              <a:buNone/>
            </a:pPr>
            <a:r>
              <a:rPr lang="en-US" sz="3400" b="1" i="0" u="none" strike="noStrike" cap="none">
                <a:solidFill>
                  <a:srgbClr val="0D6EFD"/>
                </a:solidFill>
                <a:latin typeface="Cambria"/>
                <a:ea typeface="Cambria"/>
                <a:cs typeface="Cambria"/>
                <a:sym typeface="Cambria"/>
              </a:rPr>
              <a:t>420 px</a:t>
            </a:r>
            <a:endParaRPr sz="3400" b="0" i="0" u="none" strike="noStrike" cap="none">
              <a:solidFill>
                <a:schemeClr val="dk1"/>
              </a:solidFill>
              <a:latin typeface="Calibri"/>
              <a:ea typeface="Calibri"/>
              <a:cs typeface="Calibri"/>
              <a:sym typeface="Calibri"/>
            </a:endParaRPr>
          </a:p>
        </p:txBody>
      </p:sp>
      <p:sp>
        <p:nvSpPr>
          <p:cNvPr id="283" name="Google Shape;283;p14"/>
          <p:cNvSpPr/>
          <p:nvPr/>
        </p:nvSpPr>
        <p:spPr>
          <a:xfrm>
            <a:off x="8186928" y="2697480"/>
            <a:ext cx="3361944" cy="36576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042047"/>
              </a:buClr>
              <a:buSzPts val="1700"/>
              <a:buFont typeface="Calibri"/>
              <a:buNone/>
            </a:pPr>
            <a:r>
              <a:rPr lang="en-US" sz="1700" b="1" i="0" u="none" strike="noStrike" cap="none">
                <a:solidFill>
                  <a:srgbClr val="042047"/>
                </a:solidFill>
                <a:latin typeface="Calibri"/>
                <a:ea typeface="Calibri"/>
                <a:cs typeface="Calibri"/>
                <a:sym typeface="Calibri"/>
              </a:rPr>
              <a:t>Mobile</a:t>
            </a:r>
            <a:endParaRPr sz="1700" b="0" i="0" u="none" strike="noStrike" cap="none">
              <a:solidFill>
                <a:schemeClr val="dk1"/>
              </a:solidFill>
              <a:latin typeface="Calibri"/>
              <a:ea typeface="Calibri"/>
              <a:cs typeface="Calibri"/>
              <a:sym typeface="Calibri"/>
            </a:endParaRPr>
          </a:p>
        </p:txBody>
      </p:sp>
      <p:sp>
        <p:nvSpPr>
          <p:cNvPr id="284" name="Google Shape;284;p14"/>
          <p:cNvSpPr/>
          <p:nvPr/>
        </p:nvSpPr>
        <p:spPr>
          <a:xfrm>
            <a:off x="8415528" y="3154680"/>
            <a:ext cx="2904744" cy="100584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585858"/>
              </a:buClr>
              <a:buSzPts val="1300"/>
              <a:buFont typeface="Calibri"/>
              <a:buNone/>
            </a:pPr>
            <a:r>
              <a:rPr lang="en-US" sz="1300" b="0" i="0" u="none" strike="noStrike" cap="none">
                <a:solidFill>
                  <a:srgbClr val="585858"/>
                </a:solidFill>
                <a:latin typeface="Calibri"/>
                <a:ea typeface="Calibri"/>
                <a:cs typeface="Calibri"/>
                <a:sym typeface="Calibri"/>
              </a:rPr>
              <a:t>One card per row,</a:t>
            </a:r>
            <a:endParaRPr sz="1300" b="0" i="0" u="none" strike="noStrike" cap="none">
              <a:solidFill>
                <a:schemeClr val="dk1"/>
              </a:solidFill>
              <a:latin typeface="Calibri"/>
              <a:ea typeface="Calibri"/>
              <a:cs typeface="Calibri"/>
              <a:sym typeface="Calibri"/>
            </a:endParaRPr>
          </a:p>
          <a:p>
            <a:pPr marL="0" marR="0" lvl="0" indent="0" algn="ctr" rtl="0">
              <a:spcBef>
                <a:spcPts val="0"/>
              </a:spcBef>
              <a:spcAft>
                <a:spcPts val="0"/>
              </a:spcAft>
              <a:buClr>
                <a:srgbClr val="585858"/>
              </a:buClr>
              <a:buSzPts val="1300"/>
              <a:buFont typeface="Calibri"/>
              <a:buNone/>
            </a:pPr>
            <a:r>
              <a:rPr lang="en-US" sz="1300" b="0" i="0" u="none" strike="noStrike" cap="none">
                <a:solidFill>
                  <a:srgbClr val="585858"/>
                </a:solidFill>
                <a:latin typeface="Calibri"/>
                <a:ea typeface="Calibri"/>
                <a:cs typeface="Calibri"/>
                <a:sym typeface="Calibri"/>
              </a:rPr>
              <a:t>navbar becomes hamburger</a:t>
            </a:r>
            <a:endParaRPr sz="1300" b="0" i="0" u="none" strike="noStrike" cap="none">
              <a:solidFill>
                <a:schemeClr val="dk1"/>
              </a:solidFill>
              <a:latin typeface="Calibri"/>
              <a:ea typeface="Calibri"/>
              <a:cs typeface="Calibri"/>
              <a:sym typeface="Calibri"/>
            </a:endParaRPr>
          </a:p>
        </p:txBody>
      </p:sp>
      <p:sp>
        <p:nvSpPr>
          <p:cNvPr id="285" name="Google Shape;285;p14"/>
          <p:cNvSpPr/>
          <p:nvPr/>
        </p:nvSpPr>
        <p:spPr>
          <a:xfrm>
            <a:off x="640080" y="4983480"/>
            <a:ext cx="10908792" cy="54864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042047"/>
              </a:buClr>
              <a:buSzPts val="1400"/>
              <a:buFont typeface="Calibri"/>
              <a:buNone/>
            </a:pPr>
            <a:r>
              <a:rPr lang="en-US" sz="1400" b="0" i="0" u="none" strike="noStrike" cap="none">
                <a:solidFill>
                  <a:srgbClr val="042047"/>
                </a:solidFill>
                <a:latin typeface="Calibri"/>
                <a:ea typeface="Calibri"/>
                <a:cs typeface="Calibri"/>
                <a:sym typeface="Calibri"/>
              </a:rPr>
              <a:t>Bootstrap's 12 column grid handles this. Classes like col-lg-6 and col-md-4 decide the columns at each size.</a:t>
            </a:r>
            <a:endParaRPr sz="1400" b="0" i="0" u="none" strike="noStrike" cap="none">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25"/>
        <p:cNvGrpSpPr/>
        <p:nvPr/>
      </p:nvGrpSpPr>
      <p:grpSpPr>
        <a:xfrm>
          <a:off x="0" y="0"/>
          <a:ext cx="0" cy="0"/>
          <a:chOff x="0" y="0"/>
          <a:chExt cx="0" cy="0"/>
        </a:xfrm>
      </p:grpSpPr>
      <p:sp>
        <p:nvSpPr>
          <p:cNvPr id="326" name="Google Shape;326;p16"/>
          <p:cNvSpPr/>
          <p:nvPr/>
        </p:nvSpPr>
        <p:spPr>
          <a:xfrm>
            <a:off x="640080" y="411480"/>
            <a:ext cx="10908792" cy="7315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42047"/>
              </a:buClr>
              <a:buSzPts val="3400"/>
              <a:buFont typeface="Cambria"/>
              <a:buNone/>
            </a:pPr>
            <a:r>
              <a:rPr lang="en-US" sz="3400" b="1" i="0" u="none" strike="noStrike" cap="none">
                <a:solidFill>
                  <a:srgbClr val="042047"/>
                </a:solidFill>
                <a:latin typeface="Cambria"/>
                <a:ea typeface="Cambria"/>
                <a:cs typeface="Cambria"/>
                <a:sym typeface="Cambria"/>
              </a:rPr>
              <a:t>Testing and Deployment</a:t>
            </a:r>
            <a:endParaRPr sz="3400" b="0" i="0" u="none" strike="noStrike" cap="none">
              <a:solidFill>
                <a:schemeClr val="dk1"/>
              </a:solidFill>
              <a:latin typeface="Calibri"/>
              <a:ea typeface="Calibri"/>
              <a:cs typeface="Calibri"/>
              <a:sym typeface="Calibri"/>
            </a:endParaRPr>
          </a:p>
        </p:txBody>
      </p:sp>
      <p:sp>
        <p:nvSpPr>
          <p:cNvPr id="327" name="Google Shape;327;p16"/>
          <p:cNvSpPr/>
          <p:nvPr/>
        </p:nvSpPr>
        <p:spPr>
          <a:xfrm>
            <a:off x="640080" y="1115568"/>
            <a:ext cx="10908792" cy="365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85858"/>
              </a:buClr>
              <a:buSzPts val="1500"/>
              <a:buFont typeface="Calibri"/>
              <a:buNone/>
            </a:pPr>
            <a:r>
              <a:rPr lang="en-US" sz="1500" b="0" i="0" u="none" strike="noStrike" cap="none">
                <a:solidFill>
                  <a:srgbClr val="585858"/>
                </a:solidFill>
                <a:latin typeface="Calibri"/>
                <a:ea typeface="Calibri"/>
                <a:cs typeface="Calibri"/>
                <a:sym typeface="Calibri"/>
              </a:rPr>
              <a:t>How we checked it, and where it is live</a:t>
            </a:r>
            <a:endParaRPr sz="1500" b="0" i="0" u="none" strike="noStrike" cap="none">
              <a:solidFill>
                <a:schemeClr val="dk1"/>
              </a:solidFill>
              <a:latin typeface="Calibri"/>
              <a:ea typeface="Calibri"/>
              <a:cs typeface="Calibri"/>
              <a:sym typeface="Calibri"/>
            </a:endParaRPr>
          </a:p>
        </p:txBody>
      </p:sp>
      <p:sp>
        <p:nvSpPr>
          <p:cNvPr id="328" name="Google Shape;328;p16"/>
          <p:cNvSpPr/>
          <p:nvPr/>
        </p:nvSpPr>
        <p:spPr>
          <a:xfrm>
            <a:off x="640080" y="1783080"/>
            <a:ext cx="5669280" cy="4114800"/>
          </a:xfrm>
          <a:prstGeom prst="roundRect">
            <a:avLst>
              <a:gd name="adj" fmla="val 2667"/>
            </a:avLst>
          </a:prstGeom>
          <a:solidFill>
            <a:srgbClr val="FFFFFF"/>
          </a:solidFill>
          <a:ln w="12700" cap="flat" cmpd="sng">
            <a:solidFill>
              <a:srgbClr val="DEE2E6"/>
            </a:solidFill>
            <a:prstDash val="solid"/>
            <a:round/>
            <a:headEnd type="none" w="sm" len="sm"/>
            <a:tailEnd type="none" w="sm" len="sm"/>
          </a:ln>
          <a:effectLst>
            <a:outerShdw blurRad="101600" dist="25400" dir="5400000" algn="bl" rotWithShape="0">
              <a:srgbClr val="BFBFBF">
                <a:alpha val="34902"/>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 name="Google Shape;329;p16"/>
          <p:cNvSpPr/>
          <p:nvPr/>
        </p:nvSpPr>
        <p:spPr>
          <a:xfrm>
            <a:off x="960120" y="2011680"/>
            <a:ext cx="3657600" cy="365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42047"/>
              </a:buClr>
              <a:buSzPts val="2100"/>
              <a:buFont typeface="Cambria"/>
              <a:buNone/>
            </a:pPr>
            <a:r>
              <a:rPr lang="en-US" sz="2100" b="1" i="0" u="none" strike="noStrike" cap="none">
                <a:solidFill>
                  <a:srgbClr val="042047"/>
                </a:solidFill>
                <a:latin typeface="Cambria"/>
                <a:ea typeface="Cambria"/>
                <a:cs typeface="Cambria"/>
                <a:sym typeface="Cambria"/>
              </a:rPr>
              <a:t>Testing Done</a:t>
            </a:r>
            <a:endParaRPr sz="2100" b="0" i="0" u="none" strike="noStrike" cap="none">
              <a:solidFill>
                <a:schemeClr val="dk1"/>
              </a:solidFill>
              <a:latin typeface="Calibri"/>
              <a:ea typeface="Calibri"/>
              <a:cs typeface="Calibri"/>
              <a:sym typeface="Calibri"/>
            </a:endParaRPr>
          </a:p>
        </p:txBody>
      </p:sp>
      <p:sp>
        <p:nvSpPr>
          <p:cNvPr id="330" name="Google Shape;330;p16"/>
          <p:cNvSpPr/>
          <p:nvPr/>
        </p:nvSpPr>
        <p:spPr>
          <a:xfrm>
            <a:off x="960120" y="2514600"/>
            <a:ext cx="5029200" cy="3108960"/>
          </a:xfrm>
          <a:prstGeom prst="rect">
            <a:avLst/>
          </a:prstGeom>
          <a:noFill/>
          <a:ln>
            <a:noFill/>
          </a:ln>
        </p:spPr>
        <p:txBody>
          <a:bodyPr spcFirstLastPara="1" wrap="square" lIns="0" tIns="0" rIns="0" bIns="0" anchor="t" anchorCtr="0">
            <a:noAutofit/>
          </a:bodyPr>
          <a:lstStyle/>
          <a:p>
            <a:pPr marL="342900" marR="0" lvl="0" indent="-342900" algn="l" rtl="0">
              <a:spcBef>
                <a:spcPts val="0"/>
              </a:spcBef>
              <a:spcAft>
                <a:spcPts val="0"/>
              </a:spcAft>
              <a:buClr>
                <a:srgbClr val="042047"/>
              </a:buClr>
              <a:buSzPts val="1350"/>
              <a:buFont typeface="Calibri"/>
              <a:buChar char="•"/>
            </a:pPr>
            <a:r>
              <a:rPr lang="en-US" sz="1350" b="0" i="0" u="none" strike="noStrike" cap="none">
                <a:solidFill>
                  <a:srgbClr val="042047"/>
                </a:solidFill>
                <a:latin typeface="Calibri"/>
                <a:ea typeface="Calibri"/>
                <a:cs typeface="Calibri"/>
                <a:sym typeface="Calibri"/>
              </a:rPr>
              <a:t>Form validation on Login and Signup pages</a:t>
            </a:r>
            <a:endParaRPr sz="1350" b="0" i="0" u="none" strike="noStrike" cap="none">
              <a:solidFill>
                <a:schemeClr val="dk1"/>
              </a:solidFill>
              <a:latin typeface="Calibri"/>
              <a:ea typeface="Calibri"/>
              <a:cs typeface="Calibri"/>
              <a:sym typeface="Calibri"/>
            </a:endParaRPr>
          </a:p>
          <a:p>
            <a:pPr marL="342900" marR="0" lvl="0" indent="-342900" algn="l" rtl="0">
              <a:spcBef>
                <a:spcPts val="900"/>
              </a:spcBef>
              <a:spcAft>
                <a:spcPts val="0"/>
              </a:spcAft>
              <a:buClr>
                <a:srgbClr val="042047"/>
              </a:buClr>
              <a:buSzPts val="1350"/>
              <a:buFont typeface="Calibri"/>
              <a:buChar char="•"/>
            </a:pPr>
            <a:r>
              <a:rPr lang="en-US" sz="1350" b="0" i="0" u="none" strike="noStrike" cap="none">
                <a:solidFill>
                  <a:srgbClr val="042047"/>
                </a:solidFill>
                <a:latin typeface="Calibri"/>
                <a:ea typeface="Calibri"/>
                <a:cs typeface="Calibri"/>
                <a:sym typeface="Calibri"/>
              </a:rPr>
              <a:t>Password mismatch and short password checks</a:t>
            </a:r>
            <a:endParaRPr sz="1350" b="0" i="0" u="none" strike="noStrike" cap="none">
              <a:solidFill>
                <a:schemeClr val="dk1"/>
              </a:solidFill>
              <a:latin typeface="Calibri"/>
              <a:ea typeface="Calibri"/>
              <a:cs typeface="Calibri"/>
              <a:sym typeface="Calibri"/>
            </a:endParaRPr>
          </a:p>
          <a:p>
            <a:pPr marL="342900" marR="0" lvl="0" indent="-342900" algn="l" rtl="0">
              <a:spcBef>
                <a:spcPts val="900"/>
              </a:spcBef>
              <a:spcAft>
                <a:spcPts val="0"/>
              </a:spcAft>
              <a:buClr>
                <a:srgbClr val="042047"/>
              </a:buClr>
              <a:buSzPts val="1350"/>
              <a:buFont typeface="Calibri"/>
              <a:buChar char="•"/>
            </a:pPr>
            <a:r>
              <a:rPr lang="en-US" sz="1350" b="0" i="0" u="none" strike="noStrike" cap="none">
                <a:solidFill>
                  <a:srgbClr val="042047"/>
                </a:solidFill>
                <a:latin typeface="Calibri"/>
                <a:ea typeface="Calibri"/>
                <a:cs typeface="Calibri"/>
                <a:sym typeface="Calibri"/>
              </a:rPr>
              <a:t>Protected route redirects when not logged in</a:t>
            </a:r>
            <a:endParaRPr sz="1350" b="0" i="0" u="none" strike="noStrike" cap="none">
              <a:solidFill>
                <a:schemeClr val="dk1"/>
              </a:solidFill>
              <a:latin typeface="Calibri"/>
              <a:ea typeface="Calibri"/>
              <a:cs typeface="Calibri"/>
              <a:sym typeface="Calibri"/>
            </a:endParaRPr>
          </a:p>
          <a:p>
            <a:pPr marL="342900" marR="0" lvl="0" indent="-342900" algn="l" rtl="0">
              <a:spcBef>
                <a:spcPts val="900"/>
              </a:spcBef>
              <a:spcAft>
                <a:spcPts val="0"/>
              </a:spcAft>
              <a:buClr>
                <a:srgbClr val="042047"/>
              </a:buClr>
              <a:buSzPts val="1350"/>
              <a:buFont typeface="Calibri"/>
              <a:buChar char="•"/>
            </a:pPr>
            <a:r>
              <a:rPr lang="en-US" sz="1350" b="0" i="0" u="none" strike="noStrike" cap="none">
                <a:solidFill>
                  <a:srgbClr val="042047"/>
                </a:solidFill>
                <a:latin typeface="Calibri"/>
                <a:ea typeface="Calibri"/>
                <a:cs typeface="Calibri"/>
                <a:sym typeface="Calibri"/>
              </a:rPr>
              <a:t>All navbar links open the correct page</a:t>
            </a:r>
            <a:endParaRPr sz="1350" b="0" i="0" u="none" strike="noStrike" cap="none">
              <a:solidFill>
                <a:schemeClr val="dk1"/>
              </a:solidFill>
              <a:latin typeface="Calibri"/>
              <a:ea typeface="Calibri"/>
              <a:cs typeface="Calibri"/>
              <a:sym typeface="Calibri"/>
            </a:endParaRPr>
          </a:p>
          <a:p>
            <a:pPr marL="342900" marR="0" lvl="0" indent="-342900" algn="l" rtl="0">
              <a:spcBef>
                <a:spcPts val="900"/>
              </a:spcBef>
              <a:spcAft>
                <a:spcPts val="0"/>
              </a:spcAft>
              <a:buClr>
                <a:srgbClr val="042047"/>
              </a:buClr>
              <a:buSzPts val="1350"/>
              <a:buFont typeface="Calibri"/>
              <a:buChar char="•"/>
            </a:pPr>
            <a:r>
              <a:rPr lang="en-US" sz="1350" b="0" i="0" u="none" strike="noStrike" cap="none">
                <a:solidFill>
                  <a:srgbClr val="042047"/>
                </a:solidFill>
                <a:latin typeface="Calibri"/>
                <a:ea typeface="Calibri"/>
                <a:cs typeface="Calibri"/>
                <a:sym typeface="Calibri"/>
              </a:rPr>
              <a:t>Layout checked at 1200, 768 and 420 px</a:t>
            </a:r>
            <a:endParaRPr sz="1350" b="0" i="0" u="none" strike="noStrike" cap="none">
              <a:solidFill>
                <a:schemeClr val="dk1"/>
              </a:solidFill>
              <a:latin typeface="Calibri"/>
              <a:ea typeface="Calibri"/>
              <a:cs typeface="Calibri"/>
              <a:sym typeface="Calibri"/>
            </a:endParaRPr>
          </a:p>
          <a:p>
            <a:pPr marL="342900" marR="0" lvl="0" indent="-342900" algn="l" rtl="0">
              <a:spcBef>
                <a:spcPts val="900"/>
              </a:spcBef>
              <a:spcAft>
                <a:spcPts val="0"/>
              </a:spcAft>
              <a:buClr>
                <a:srgbClr val="042047"/>
              </a:buClr>
              <a:buSzPts val="1350"/>
              <a:buFont typeface="Calibri"/>
              <a:buChar char="•"/>
            </a:pPr>
            <a:r>
              <a:rPr lang="en-US" sz="1350" b="0" i="0" u="none" strike="noStrike" cap="none">
                <a:solidFill>
                  <a:srgbClr val="042047"/>
                </a:solidFill>
                <a:latin typeface="Calibri"/>
                <a:ea typeface="Calibri"/>
                <a:cs typeface="Calibri"/>
                <a:sym typeface="Calibri"/>
              </a:rPr>
              <a:t>Tested on Chrome and Edge browsers</a:t>
            </a:r>
            <a:endParaRPr sz="1350" b="0" i="0" u="none" strike="noStrike" cap="none">
              <a:solidFill>
                <a:schemeClr val="dk1"/>
              </a:solidFill>
              <a:latin typeface="Calibri"/>
              <a:ea typeface="Calibri"/>
              <a:cs typeface="Calibri"/>
              <a:sym typeface="Calibri"/>
            </a:endParaRPr>
          </a:p>
        </p:txBody>
      </p:sp>
      <p:sp>
        <p:nvSpPr>
          <p:cNvPr id="334" name="Google Shape;334;p16"/>
          <p:cNvSpPr/>
          <p:nvPr/>
        </p:nvSpPr>
        <p:spPr>
          <a:xfrm>
            <a:off x="7040880" y="3977640"/>
            <a:ext cx="4206240" cy="960120"/>
          </a:xfrm>
          <a:prstGeom prst="roundRect">
            <a:avLst>
              <a:gd name="adj" fmla="val 9524"/>
            </a:avLst>
          </a:prstGeom>
          <a:solidFill>
            <a:srgbClr val="04204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335" name="Google Shape;335;p16"/>
          <p:cNvSpPr/>
          <p:nvPr/>
        </p:nvSpPr>
        <p:spPr>
          <a:xfrm>
            <a:off x="7040880" y="4069080"/>
            <a:ext cx="4206240" cy="2743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9BB4D4"/>
              </a:buClr>
              <a:buSzPts val="1100"/>
              <a:buFont typeface="Calibri"/>
              <a:buNone/>
            </a:pPr>
            <a:r>
              <a:rPr lang="en-US" sz="1100" b="0" i="0" u="none" strike="noStrike" cap="none">
                <a:solidFill>
                  <a:srgbClr val="9BB4D4"/>
                </a:solidFill>
                <a:latin typeface="Calibri"/>
                <a:ea typeface="Calibri"/>
                <a:cs typeface="Calibri"/>
                <a:sym typeface="Calibri"/>
              </a:rPr>
              <a:t>Live Link</a:t>
            </a:r>
            <a:endParaRPr sz="1100" b="0" i="0" u="none" strike="noStrike" cap="none">
              <a:solidFill>
                <a:schemeClr val="dk1"/>
              </a:solidFill>
              <a:latin typeface="Calibri"/>
              <a:ea typeface="Calibri"/>
              <a:cs typeface="Calibri"/>
              <a:sym typeface="Calibri"/>
            </a:endParaRPr>
          </a:p>
        </p:txBody>
      </p:sp>
      <p:sp>
        <p:nvSpPr>
          <p:cNvPr id="336" name="Google Shape;336;p16"/>
          <p:cNvSpPr/>
          <p:nvPr/>
        </p:nvSpPr>
        <p:spPr>
          <a:xfrm>
            <a:off x="7178040" y="4343400"/>
            <a:ext cx="3931920" cy="457200"/>
          </a:xfrm>
          <a:prstGeom prst="rect">
            <a:avLst/>
          </a:prstGeom>
          <a:noFill/>
          <a:ln>
            <a:noFill/>
          </a:ln>
        </p:spPr>
        <p:txBody>
          <a:bodyPr spcFirstLastPara="1" wrap="square" lIns="0" tIns="0" rIns="0" bIns="0" anchor="ctr" anchorCtr="0">
            <a:noAutofit/>
          </a:bodyPr>
          <a:lstStyle/>
          <a:p>
            <a:pPr lvl="0" algn="ctr">
              <a:buClr>
                <a:srgbClr val="FFFFFF"/>
              </a:buClr>
              <a:buSzPts val="1300"/>
            </a:pPr>
            <a:r>
              <a:rPr lang="en-US" sz="1300" b="1" dirty="0">
                <a:solidFill>
                  <a:srgbClr val="FFFFFF"/>
                </a:solidFill>
                <a:latin typeface="Calibri"/>
                <a:ea typeface="Calibri"/>
                <a:cs typeface="Calibri"/>
                <a:sym typeface="Calibri"/>
              </a:rPr>
              <a:t>https://hospital-management-system-ashy-beta.vercel.app/</a:t>
            </a:r>
            <a:endParaRPr sz="1300" b="0" i="0" u="none" strike="noStrike" cap="none" dirty="0">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90"/>
        <p:cNvGrpSpPr/>
        <p:nvPr/>
      </p:nvGrpSpPr>
      <p:grpSpPr>
        <a:xfrm>
          <a:off x="0" y="0"/>
          <a:ext cx="0" cy="0"/>
          <a:chOff x="0" y="0"/>
          <a:chExt cx="0" cy="0"/>
        </a:xfrm>
      </p:grpSpPr>
      <p:sp>
        <p:nvSpPr>
          <p:cNvPr id="291" name="Google Shape;291;p15"/>
          <p:cNvSpPr/>
          <p:nvPr/>
        </p:nvSpPr>
        <p:spPr>
          <a:xfrm>
            <a:off x="640080" y="411480"/>
            <a:ext cx="10908792" cy="7315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42047"/>
              </a:buClr>
              <a:buSzPts val="3400"/>
              <a:buFont typeface="Cambria"/>
              <a:buNone/>
            </a:pPr>
            <a:r>
              <a:rPr lang="en-US" sz="3400" b="1" i="0" u="none" strike="noStrike" cap="none">
                <a:solidFill>
                  <a:srgbClr val="042047"/>
                </a:solidFill>
                <a:latin typeface="Cambria"/>
                <a:ea typeface="Cambria"/>
                <a:cs typeface="Cambria"/>
                <a:sym typeface="Cambria"/>
              </a:rPr>
              <a:t>Code Explanation</a:t>
            </a:r>
            <a:endParaRPr sz="3400" b="0" i="0" u="none" strike="noStrike" cap="none">
              <a:solidFill>
                <a:schemeClr val="dk1"/>
              </a:solidFill>
              <a:latin typeface="Calibri"/>
              <a:ea typeface="Calibri"/>
              <a:cs typeface="Calibri"/>
              <a:sym typeface="Calibri"/>
            </a:endParaRPr>
          </a:p>
        </p:txBody>
      </p:sp>
      <p:sp>
        <p:nvSpPr>
          <p:cNvPr id="292" name="Google Shape;292;p15"/>
          <p:cNvSpPr/>
          <p:nvPr/>
        </p:nvSpPr>
        <p:spPr>
          <a:xfrm>
            <a:off x="640080" y="1115568"/>
            <a:ext cx="10908792" cy="365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85858"/>
              </a:buClr>
              <a:buSzPts val="1500"/>
              <a:buFont typeface="Calibri"/>
              <a:buNone/>
            </a:pPr>
            <a:r>
              <a:rPr lang="en-US" sz="1500" b="0" i="0" u="none" strike="noStrike" cap="none">
                <a:solidFill>
                  <a:srgbClr val="585858"/>
                </a:solidFill>
                <a:latin typeface="Calibri"/>
                <a:ea typeface="Calibri"/>
                <a:cs typeface="Calibri"/>
                <a:sym typeface="Calibri"/>
              </a:rPr>
              <a:t>Live walkthrough in VS Code</a:t>
            </a:r>
            <a:endParaRPr sz="1500" b="0" i="0" u="none" strike="noStrike" cap="none">
              <a:solidFill>
                <a:schemeClr val="dk1"/>
              </a:solidFill>
              <a:latin typeface="Calibri"/>
              <a:ea typeface="Calibri"/>
              <a:cs typeface="Calibri"/>
              <a:sym typeface="Calibri"/>
            </a:endParaRPr>
          </a:p>
        </p:txBody>
      </p:sp>
      <p:sp>
        <p:nvSpPr>
          <p:cNvPr id="293" name="Google Shape;293;p15"/>
          <p:cNvSpPr/>
          <p:nvPr/>
        </p:nvSpPr>
        <p:spPr>
          <a:xfrm>
            <a:off x="640080" y="1783080"/>
            <a:ext cx="5029200" cy="4114800"/>
          </a:xfrm>
          <a:prstGeom prst="roundRect">
            <a:avLst>
              <a:gd name="adj" fmla="val 2667"/>
            </a:avLst>
          </a:prstGeom>
          <a:solidFill>
            <a:srgbClr val="DCEEFF"/>
          </a:solidFill>
          <a:ln w="12700" cap="flat" cmpd="sng">
            <a:solidFill>
              <a:srgbClr val="DEE2E6"/>
            </a:solidFill>
            <a:prstDash val="solid"/>
            <a:round/>
            <a:headEnd type="none" w="sm" len="sm"/>
            <a:tailEnd type="none" w="sm" len="sm"/>
          </a:ln>
          <a:effectLst>
            <a:outerShdw blurRad="101600" dist="25400" dir="5400000" algn="bl" rotWithShape="0">
              <a:srgbClr val="BFBFBF">
                <a:alpha val="34902"/>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 name="Google Shape;294;p15"/>
          <p:cNvSpPr/>
          <p:nvPr/>
        </p:nvSpPr>
        <p:spPr>
          <a:xfrm>
            <a:off x="960120" y="2011680"/>
            <a:ext cx="3657600" cy="365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42047"/>
              </a:buClr>
              <a:buSzPts val="1900"/>
              <a:buFont typeface="Cambria"/>
              <a:buNone/>
            </a:pPr>
            <a:r>
              <a:rPr lang="en-US" sz="1900" b="1" i="0" u="none" strike="noStrike" cap="none">
                <a:solidFill>
                  <a:srgbClr val="042047"/>
                </a:solidFill>
                <a:latin typeface="Cambria"/>
                <a:ea typeface="Cambria"/>
                <a:cs typeface="Cambria"/>
                <a:sym typeface="Cambria"/>
              </a:rPr>
              <a:t>Folder Structure</a:t>
            </a:r>
            <a:endParaRPr sz="1900" b="0" i="0" u="none" strike="noStrike" cap="none">
              <a:solidFill>
                <a:schemeClr val="dk1"/>
              </a:solidFill>
              <a:latin typeface="Calibri"/>
              <a:ea typeface="Calibri"/>
              <a:cs typeface="Calibri"/>
              <a:sym typeface="Calibri"/>
            </a:endParaRPr>
          </a:p>
        </p:txBody>
      </p:sp>
      <p:sp>
        <p:nvSpPr>
          <p:cNvPr id="295" name="Google Shape;295;p15"/>
          <p:cNvSpPr/>
          <p:nvPr/>
        </p:nvSpPr>
        <p:spPr>
          <a:xfrm>
            <a:off x="960120" y="2468880"/>
            <a:ext cx="4389120" cy="32004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42047"/>
              </a:buClr>
              <a:buSzPts val="1250"/>
              <a:buFont typeface="Courier New"/>
              <a:buNone/>
            </a:pPr>
            <a:r>
              <a:rPr lang="en-US" sz="1250" b="0" i="0" u="none" strike="noStrike" cap="none">
                <a:solidFill>
                  <a:srgbClr val="042047"/>
                </a:solidFill>
                <a:latin typeface="Courier New"/>
                <a:ea typeface="Courier New"/>
                <a:cs typeface="Courier New"/>
                <a:sym typeface="Courier New"/>
              </a:rPr>
              <a:t>src/</a:t>
            </a:r>
            <a:endParaRPr sz="1250" b="0" i="0" u="none" strike="noStrike" cap="none">
              <a:solidFill>
                <a:schemeClr val="dk1"/>
              </a:solidFill>
              <a:latin typeface="Calibri"/>
              <a:ea typeface="Calibri"/>
              <a:cs typeface="Calibri"/>
              <a:sym typeface="Calibri"/>
            </a:endParaRPr>
          </a:p>
          <a:p>
            <a:pPr marL="0" marR="0" lvl="0" indent="0" algn="l" rtl="0">
              <a:spcBef>
                <a:spcPts val="0"/>
              </a:spcBef>
              <a:spcAft>
                <a:spcPts val="0"/>
              </a:spcAft>
              <a:buClr>
                <a:srgbClr val="042047"/>
              </a:buClr>
              <a:buSzPts val="1250"/>
              <a:buFont typeface="Courier New"/>
              <a:buNone/>
            </a:pPr>
            <a:r>
              <a:rPr lang="en-US" sz="1250" b="0" i="0" u="none" strike="noStrike" cap="none">
                <a:solidFill>
                  <a:srgbClr val="042047"/>
                </a:solidFill>
                <a:latin typeface="Courier New"/>
                <a:ea typeface="Courier New"/>
                <a:cs typeface="Courier New"/>
                <a:sym typeface="Courier New"/>
              </a:rPr>
              <a:t>  App.jsx</a:t>
            </a:r>
            <a:endParaRPr sz="1250" b="0" i="0" u="none" strike="noStrike" cap="none">
              <a:solidFill>
                <a:schemeClr val="dk1"/>
              </a:solidFill>
              <a:latin typeface="Calibri"/>
              <a:ea typeface="Calibri"/>
              <a:cs typeface="Calibri"/>
              <a:sym typeface="Calibri"/>
            </a:endParaRPr>
          </a:p>
          <a:p>
            <a:pPr marL="0" marR="0" lvl="0" indent="0" algn="l" rtl="0">
              <a:spcBef>
                <a:spcPts val="0"/>
              </a:spcBef>
              <a:spcAft>
                <a:spcPts val="0"/>
              </a:spcAft>
              <a:buClr>
                <a:srgbClr val="042047"/>
              </a:buClr>
              <a:buSzPts val="1250"/>
              <a:buFont typeface="Courier New"/>
              <a:buNone/>
            </a:pPr>
            <a:r>
              <a:rPr lang="en-US" sz="1250" b="0" i="0" u="none" strike="noStrike" cap="none">
                <a:solidFill>
                  <a:srgbClr val="042047"/>
                </a:solidFill>
                <a:latin typeface="Courier New"/>
                <a:ea typeface="Courier New"/>
                <a:cs typeface="Courier New"/>
                <a:sym typeface="Courier New"/>
              </a:rPr>
              <a:t>  main.jsx</a:t>
            </a:r>
            <a:endParaRPr sz="1250" b="0" i="0" u="none" strike="noStrike" cap="none">
              <a:solidFill>
                <a:schemeClr val="dk1"/>
              </a:solidFill>
              <a:latin typeface="Calibri"/>
              <a:ea typeface="Calibri"/>
              <a:cs typeface="Calibri"/>
              <a:sym typeface="Calibri"/>
            </a:endParaRPr>
          </a:p>
          <a:p>
            <a:pPr marL="0" marR="0" lvl="0" indent="0" algn="l" rtl="0">
              <a:spcBef>
                <a:spcPts val="0"/>
              </a:spcBef>
              <a:spcAft>
                <a:spcPts val="0"/>
              </a:spcAft>
              <a:buClr>
                <a:srgbClr val="042047"/>
              </a:buClr>
              <a:buSzPts val="1250"/>
              <a:buFont typeface="Courier New"/>
              <a:buNone/>
            </a:pPr>
            <a:r>
              <a:rPr lang="en-US" sz="1250" b="0" i="0" u="none" strike="noStrike" cap="none">
                <a:solidFill>
                  <a:srgbClr val="042047"/>
                </a:solidFill>
                <a:latin typeface="Courier New"/>
                <a:ea typeface="Courier New"/>
                <a:cs typeface="Courier New"/>
                <a:sym typeface="Courier New"/>
              </a:rPr>
              <a:t>  Navbar.jsx</a:t>
            </a:r>
            <a:endParaRPr sz="1250" b="0" i="0" u="none" strike="noStrike" cap="none">
              <a:solidFill>
                <a:schemeClr val="dk1"/>
              </a:solidFill>
              <a:latin typeface="Calibri"/>
              <a:ea typeface="Calibri"/>
              <a:cs typeface="Calibri"/>
              <a:sym typeface="Calibri"/>
            </a:endParaRPr>
          </a:p>
          <a:p>
            <a:pPr marL="0" marR="0" lvl="0" indent="0" algn="l" rtl="0">
              <a:spcBef>
                <a:spcPts val="0"/>
              </a:spcBef>
              <a:spcAft>
                <a:spcPts val="0"/>
              </a:spcAft>
              <a:buClr>
                <a:srgbClr val="042047"/>
              </a:buClr>
              <a:buSzPts val="1250"/>
              <a:buFont typeface="Courier New"/>
              <a:buNone/>
            </a:pPr>
            <a:r>
              <a:rPr lang="en-US" sz="1250" b="0" i="0" u="none" strike="noStrike" cap="none">
                <a:solidFill>
                  <a:srgbClr val="042047"/>
                </a:solidFill>
                <a:latin typeface="Courier New"/>
                <a:ea typeface="Courier New"/>
                <a:cs typeface="Courier New"/>
                <a:sym typeface="Courier New"/>
              </a:rPr>
              <a:t>  Footer.jsx</a:t>
            </a:r>
            <a:endParaRPr sz="1250" b="0" i="0" u="none" strike="noStrike" cap="none">
              <a:solidFill>
                <a:schemeClr val="dk1"/>
              </a:solidFill>
              <a:latin typeface="Calibri"/>
              <a:ea typeface="Calibri"/>
              <a:cs typeface="Calibri"/>
              <a:sym typeface="Calibri"/>
            </a:endParaRPr>
          </a:p>
          <a:p>
            <a:pPr marL="0" marR="0" lvl="0" indent="0" algn="l" rtl="0">
              <a:spcBef>
                <a:spcPts val="0"/>
              </a:spcBef>
              <a:spcAft>
                <a:spcPts val="0"/>
              </a:spcAft>
              <a:buClr>
                <a:srgbClr val="042047"/>
              </a:buClr>
              <a:buSzPts val="1250"/>
              <a:buFont typeface="Courier New"/>
              <a:buNone/>
            </a:pPr>
            <a:r>
              <a:rPr lang="en-US" sz="1250" b="0" i="0" u="none" strike="noStrike" cap="none">
                <a:solidFill>
                  <a:srgbClr val="042047"/>
                </a:solidFill>
                <a:latin typeface="Courier New"/>
                <a:ea typeface="Courier New"/>
                <a:cs typeface="Courier New"/>
                <a:sym typeface="Courier New"/>
              </a:rPr>
              <a:t>  HomePage.jsx</a:t>
            </a:r>
            <a:endParaRPr sz="1250" b="0" i="0" u="none" strike="noStrike" cap="none">
              <a:solidFill>
                <a:schemeClr val="dk1"/>
              </a:solidFill>
              <a:latin typeface="Calibri"/>
              <a:ea typeface="Calibri"/>
              <a:cs typeface="Calibri"/>
              <a:sym typeface="Calibri"/>
            </a:endParaRPr>
          </a:p>
          <a:p>
            <a:pPr marL="0" marR="0" lvl="0" indent="0" algn="l" rtl="0">
              <a:spcBef>
                <a:spcPts val="0"/>
              </a:spcBef>
              <a:spcAft>
                <a:spcPts val="0"/>
              </a:spcAft>
              <a:buClr>
                <a:srgbClr val="042047"/>
              </a:buClr>
              <a:buSzPts val="1250"/>
              <a:buFont typeface="Courier New"/>
              <a:buNone/>
            </a:pPr>
            <a:r>
              <a:rPr lang="en-US" sz="1250" b="0" i="0" u="none" strike="noStrike" cap="none">
                <a:solidFill>
                  <a:srgbClr val="042047"/>
                </a:solidFill>
                <a:latin typeface="Courier New"/>
                <a:ea typeface="Courier New"/>
                <a:cs typeface="Courier New"/>
                <a:sym typeface="Courier New"/>
              </a:rPr>
              <a:t>  Doctors.jsx</a:t>
            </a:r>
            <a:endParaRPr sz="1250" b="0" i="0" u="none" strike="noStrike" cap="none">
              <a:solidFill>
                <a:schemeClr val="dk1"/>
              </a:solidFill>
              <a:latin typeface="Calibri"/>
              <a:ea typeface="Calibri"/>
              <a:cs typeface="Calibri"/>
              <a:sym typeface="Calibri"/>
            </a:endParaRPr>
          </a:p>
          <a:p>
            <a:pPr marL="0" marR="0" lvl="0" indent="0" algn="l" rtl="0">
              <a:spcBef>
                <a:spcPts val="0"/>
              </a:spcBef>
              <a:spcAft>
                <a:spcPts val="0"/>
              </a:spcAft>
              <a:buClr>
                <a:srgbClr val="042047"/>
              </a:buClr>
              <a:buSzPts val="1250"/>
              <a:buFont typeface="Courier New"/>
              <a:buNone/>
            </a:pPr>
            <a:r>
              <a:rPr lang="en-US" sz="1250" b="0" i="0" u="none" strike="noStrike" cap="none">
                <a:solidFill>
                  <a:srgbClr val="042047"/>
                </a:solidFill>
                <a:latin typeface="Courier New"/>
                <a:ea typeface="Courier New"/>
                <a:cs typeface="Courier New"/>
                <a:sym typeface="Courier New"/>
              </a:rPr>
              <a:t>  SingleDoctor.jsx</a:t>
            </a:r>
            <a:endParaRPr sz="1250" b="0" i="0" u="none" strike="noStrike" cap="none">
              <a:solidFill>
                <a:schemeClr val="dk1"/>
              </a:solidFill>
              <a:latin typeface="Calibri"/>
              <a:ea typeface="Calibri"/>
              <a:cs typeface="Calibri"/>
              <a:sym typeface="Calibri"/>
            </a:endParaRPr>
          </a:p>
          <a:p>
            <a:pPr marL="0" marR="0" lvl="0" indent="0" algn="l" rtl="0">
              <a:spcBef>
                <a:spcPts val="0"/>
              </a:spcBef>
              <a:spcAft>
                <a:spcPts val="0"/>
              </a:spcAft>
              <a:buClr>
                <a:srgbClr val="042047"/>
              </a:buClr>
              <a:buSzPts val="1250"/>
              <a:buFont typeface="Courier New"/>
              <a:buNone/>
            </a:pPr>
            <a:r>
              <a:rPr lang="en-US" sz="1250" b="0" i="0" u="none" strike="noStrike" cap="none">
                <a:solidFill>
                  <a:srgbClr val="042047"/>
                </a:solidFill>
                <a:latin typeface="Courier New"/>
                <a:ea typeface="Courier New"/>
                <a:cs typeface="Courier New"/>
                <a:sym typeface="Courier New"/>
              </a:rPr>
              <a:t>  Appointment.jsx</a:t>
            </a:r>
            <a:endParaRPr sz="1250" b="0" i="0" u="none" strike="noStrike" cap="none">
              <a:solidFill>
                <a:schemeClr val="dk1"/>
              </a:solidFill>
              <a:latin typeface="Calibri"/>
              <a:ea typeface="Calibri"/>
              <a:cs typeface="Calibri"/>
              <a:sym typeface="Calibri"/>
            </a:endParaRPr>
          </a:p>
          <a:p>
            <a:pPr marL="0" marR="0" lvl="0" indent="0" algn="l" rtl="0">
              <a:spcBef>
                <a:spcPts val="0"/>
              </a:spcBef>
              <a:spcAft>
                <a:spcPts val="0"/>
              </a:spcAft>
              <a:buClr>
                <a:srgbClr val="042047"/>
              </a:buClr>
              <a:buSzPts val="1250"/>
              <a:buFont typeface="Courier New"/>
              <a:buNone/>
            </a:pPr>
            <a:r>
              <a:rPr lang="en-US" sz="1250" b="0" i="0" u="none" strike="noStrike" cap="none">
                <a:solidFill>
                  <a:srgbClr val="042047"/>
                </a:solidFill>
                <a:latin typeface="Courier New"/>
                <a:ea typeface="Courier New"/>
                <a:cs typeface="Courier New"/>
                <a:sym typeface="Courier New"/>
              </a:rPr>
              <a:t>  LoginPage.jsx</a:t>
            </a:r>
            <a:endParaRPr sz="1250" b="0" i="0" u="none" strike="noStrike" cap="none">
              <a:solidFill>
                <a:schemeClr val="dk1"/>
              </a:solidFill>
              <a:latin typeface="Calibri"/>
              <a:ea typeface="Calibri"/>
              <a:cs typeface="Calibri"/>
              <a:sym typeface="Calibri"/>
            </a:endParaRPr>
          </a:p>
          <a:p>
            <a:pPr marL="0" marR="0" lvl="0" indent="0" algn="l" rtl="0">
              <a:spcBef>
                <a:spcPts val="0"/>
              </a:spcBef>
              <a:spcAft>
                <a:spcPts val="0"/>
              </a:spcAft>
              <a:buClr>
                <a:srgbClr val="042047"/>
              </a:buClr>
              <a:buSzPts val="1250"/>
              <a:buFont typeface="Courier New"/>
              <a:buNone/>
            </a:pPr>
            <a:r>
              <a:rPr lang="en-US" sz="1250" b="0" i="0" u="none" strike="noStrike" cap="none">
                <a:solidFill>
                  <a:srgbClr val="042047"/>
                </a:solidFill>
                <a:latin typeface="Courier New"/>
                <a:ea typeface="Courier New"/>
                <a:cs typeface="Courier New"/>
                <a:sym typeface="Courier New"/>
              </a:rPr>
              <a:t>  ProtectedRoute.jsx</a:t>
            </a:r>
            <a:endParaRPr sz="1250" b="0" i="0" u="none" strike="noStrike" cap="none">
              <a:solidFill>
                <a:schemeClr val="dk1"/>
              </a:solidFill>
              <a:latin typeface="Calibri"/>
              <a:ea typeface="Calibri"/>
              <a:cs typeface="Calibri"/>
              <a:sym typeface="Calibri"/>
            </a:endParaRPr>
          </a:p>
          <a:p>
            <a:pPr marL="0" marR="0" lvl="0" indent="0" algn="l" rtl="0">
              <a:spcBef>
                <a:spcPts val="0"/>
              </a:spcBef>
              <a:spcAft>
                <a:spcPts val="0"/>
              </a:spcAft>
              <a:buClr>
                <a:srgbClr val="042047"/>
              </a:buClr>
              <a:buSzPts val="1250"/>
              <a:buFont typeface="Courier New"/>
              <a:buNone/>
            </a:pPr>
            <a:r>
              <a:rPr lang="en-US" sz="1250" b="0" i="0" u="none" strike="noStrike" cap="none">
                <a:solidFill>
                  <a:srgbClr val="042047"/>
                </a:solidFill>
                <a:latin typeface="Courier New"/>
                <a:ea typeface="Courier New"/>
                <a:cs typeface="Courier New"/>
                <a:sym typeface="Courier New"/>
              </a:rPr>
              <a:t>  useDebounce.js</a:t>
            </a:r>
            <a:endParaRPr sz="1250" b="0" i="0" u="none" strike="noStrike" cap="none">
              <a:solidFill>
                <a:schemeClr val="dk1"/>
              </a:solidFill>
              <a:latin typeface="Calibri"/>
              <a:ea typeface="Calibri"/>
              <a:cs typeface="Calibri"/>
              <a:sym typeface="Calibri"/>
            </a:endParaRPr>
          </a:p>
          <a:p>
            <a:pPr marL="0" marR="0" lvl="0" indent="0" algn="l" rtl="0">
              <a:spcBef>
                <a:spcPts val="0"/>
              </a:spcBef>
              <a:spcAft>
                <a:spcPts val="0"/>
              </a:spcAft>
              <a:buClr>
                <a:srgbClr val="042047"/>
              </a:buClr>
              <a:buSzPts val="1250"/>
              <a:buFont typeface="Courier New"/>
              <a:buNone/>
            </a:pPr>
            <a:r>
              <a:rPr lang="en-US" sz="1250" b="0" i="0" u="none" strike="noStrike" cap="none">
                <a:solidFill>
                  <a:srgbClr val="042047"/>
                </a:solidFill>
                <a:latin typeface="Courier New"/>
                <a:ea typeface="Courier New"/>
                <a:cs typeface="Courier New"/>
                <a:sym typeface="Courier New"/>
              </a:rPr>
              <a:t>  App.css</a:t>
            </a:r>
            <a:endParaRPr sz="1250" b="0" i="0" u="none" strike="noStrike" cap="none">
              <a:solidFill>
                <a:schemeClr val="dk1"/>
              </a:solidFill>
              <a:latin typeface="Calibri"/>
              <a:ea typeface="Calibri"/>
              <a:cs typeface="Calibri"/>
              <a:sym typeface="Calibri"/>
            </a:endParaRPr>
          </a:p>
        </p:txBody>
      </p:sp>
      <p:sp>
        <p:nvSpPr>
          <p:cNvPr id="296" name="Google Shape;296;p15"/>
          <p:cNvSpPr/>
          <p:nvPr/>
        </p:nvSpPr>
        <p:spPr>
          <a:xfrm>
            <a:off x="6035040" y="2011680"/>
            <a:ext cx="4572000" cy="365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42047"/>
              </a:buClr>
              <a:buSzPts val="1900"/>
              <a:buFont typeface="Cambria"/>
              <a:buNone/>
            </a:pPr>
            <a:r>
              <a:rPr lang="en-US" sz="1900" b="1" i="0" u="none" strike="noStrike" cap="none">
                <a:solidFill>
                  <a:srgbClr val="042047"/>
                </a:solidFill>
                <a:latin typeface="Cambria"/>
                <a:ea typeface="Cambria"/>
                <a:cs typeface="Cambria"/>
                <a:sym typeface="Cambria"/>
              </a:rPr>
              <a:t>Order to show the files</a:t>
            </a:r>
            <a:endParaRPr sz="1900" b="0" i="0" u="none" strike="noStrike" cap="none">
              <a:solidFill>
                <a:schemeClr val="dk1"/>
              </a:solidFill>
              <a:latin typeface="Calibri"/>
              <a:ea typeface="Calibri"/>
              <a:cs typeface="Calibri"/>
              <a:sym typeface="Calibri"/>
            </a:endParaRPr>
          </a:p>
        </p:txBody>
      </p:sp>
      <p:sp>
        <p:nvSpPr>
          <p:cNvPr id="297" name="Google Shape;297;p15"/>
          <p:cNvSpPr/>
          <p:nvPr/>
        </p:nvSpPr>
        <p:spPr>
          <a:xfrm>
            <a:off x="6035040" y="2487168"/>
            <a:ext cx="411480" cy="411480"/>
          </a:xfrm>
          <a:prstGeom prst="ellipse">
            <a:avLst/>
          </a:prstGeom>
          <a:solidFill>
            <a:srgbClr val="0D6EF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 name="Google Shape;298;p15"/>
          <p:cNvSpPr/>
          <p:nvPr/>
        </p:nvSpPr>
        <p:spPr>
          <a:xfrm>
            <a:off x="6035040" y="2487168"/>
            <a:ext cx="411480" cy="41148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1300"/>
              <a:buFont typeface="Calibri"/>
              <a:buNone/>
            </a:pPr>
            <a:r>
              <a:rPr lang="en-US" sz="1300" b="1" i="0" u="none" strike="noStrike" cap="none">
                <a:solidFill>
                  <a:srgbClr val="FFFFFF"/>
                </a:solidFill>
                <a:latin typeface="Calibri"/>
                <a:ea typeface="Calibri"/>
                <a:cs typeface="Calibri"/>
                <a:sym typeface="Calibri"/>
              </a:rPr>
              <a:t>1</a:t>
            </a:r>
            <a:endParaRPr sz="1300" b="0" i="0" u="none" strike="noStrike" cap="none">
              <a:solidFill>
                <a:schemeClr val="dk1"/>
              </a:solidFill>
              <a:latin typeface="Calibri"/>
              <a:ea typeface="Calibri"/>
              <a:cs typeface="Calibri"/>
              <a:sym typeface="Calibri"/>
            </a:endParaRPr>
          </a:p>
        </p:txBody>
      </p:sp>
      <p:sp>
        <p:nvSpPr>
          <p:cNvPr id="299" name="Google Shape;299;p15"/>
          <p:cNvSpPr/>
          <p:nvPr/>
        </p:nvSpPr>
        <p:spPr>
          <a:xfrm>
            <a:off x="6583680" y="2468880"/>
            <a:ext cx="4937760" cy="25603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42047"/>
              </a:buClr>
              <a:buSzPts val="1300"/>
              <a:buFont typeface="Courier New"/>
              <a:buNone/>
            </a:pPr>
            <a:r>
              <a:rPr lang="en-US" sz="1300" b="1" i="0" u="none" strike="noStrike" cap="none">
                <a:solidFill>
                  <a:srgbClr val="042047"/>
                </a:solidFill>
                <a:latin typeface="Courier New"/>
                <a:ea typeface="Courier New"/>
                <a:cs typeface="Courier New"/>
                <a:sym typeface="Courier New"/>
              </a:rPr>
              <a:t>main.jsx</a:t>
            </a:r>
            <a:endParaRPr sz="1300" b="0" i="0" u="none" strike="noStrike" cap="none">
              <a:solidFill>
                <a:schemeClr val="dk1"/>
              </a:solidFill>
              <a:latin typeface="Calibri"/>
              <a:ea typeface="Calibri"/>
              <a:cs typeface="Calibri"/>
              <a:sym typeface="Calibri"/>
            </a:endParaRPr>
          </a:p>
        </p:txBody>
      </p:sp>
      <p:sp>
        <p:nvSpPr>
          <p:cNvPr id="300" name="Google Shape;300;p15"/>
          <p:cNvSpPr/>
          <p:nvPr/>
        </p:nvSpPr>
        <p:spPr>
          <a:xfrm>
            <a:off x="6583680" y="2715768"/>
            <a:ext cx="493776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85858"/>
              </a:buClr>
              <a:buSzPts val="1100"/>
              <a:buFont typeface="Calibri"/>
              <a:buNone/>
            </a:pPr>
            <a:r>
              <a:rPr lang="en-US" sz="1100" b="0" i="0" u="none" strike="noStrike" cap="none">
                <a:solidFill>
                  <a:srgbClr val="585858"/>
                </a:solidFill>
                <a:latin typeface="Calibri"/>
                <a:ea typeface="Calibri"/>
                <a:cs typeface="Calibri"/>
                <a:sym typeface="Calibri"/>
              </a:rPr>
              <a:t>Entry file. Loads Bootstrap and renders App</a:t>
            </a:r>
            <a:endParaRPr sz="1100" b="0" i="0" u="none" strike="noStrike" cap="none">
              <a:solidFill>
                <a:schemeClr val="dk1"/>
              </a:solidFill>
              <a:latin typeface="Calibri"/>
              <a:ea typeface="Calibri"/>
              <a:cs typeface="Calibri"/>
              <a:sym typeface="Calibri"/>
            </a:endParaRPr>
          </a:p>
        </p:txBody>
      </p:sp>
      <p:sp>
        <p:nvSpPr>
          <p:cNvPr id="301" name="Google Shape;301;p15"/>
          <p:cNvSpPr/>
          <p:nvPr/>
        </p:nvSpPr>
        <p:spPr>
          <a:xfrm>
            <a:off x="6035040" y="3054096"/>
            <a:ext cx="411480" cy="411480"/>
          </a:xfrm>
          <a:prstGeom prst="ellipse">
            <a:avLst/>
          </a:prstGeom>
          <a:solidFill>
            <a:srgbClr val="0D6EF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 name="Google Shape;302;p15"/>
          <p:cNvSpPr/>
          <p:nvPr/>
        </p:nvSpPr>
        <p:spPr>
          <a:xfrm>
            <a:off x="6035040" y="3054096"/>
            <a:ext cx="411480" cy="41148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1300"/>
              <a:buFont typeface="Calibri"/>
              <a:buNone/>
            </a:pPr>
            <a:r>
              <a:rPr lang="en-US" sz="1300" b="1" i="0" u="none" strike="noStrike" cap="none">
                <a:solidFill>
                  <a:srgbClr val="FFFFFF"/>
                </a:solidFill>
                <a:latin typeface="Calibri"/>
                <a:ea typeface="Calibri"/>
                <a:cs typeface="Calibri"/>
                <a:sym typeface="Calibri"/>
              </a:rPr>
              <a:t>2</a:t>
            </a:r>
            <a:endParaRPr sz="1300" b="0" i="0" u="none" strike="noStrike" cap="none">
              <a:solidFill>
                <a:schemeClr val="dk1"/>
              </a:solidFill>
              <a:latin typeface="Calibri"/>
              <a:ea typeface="Calibri"/>
              <a:cs typeface="Calibri"/>
              <a:sym typeface="Calibri"/>
            </a:endParaRPr>
          </a:p>
        </p:txBody>
      </p:sp>
      <p:sp>
        <p:nvSpPr>
          <p:cNvPr id="303" name="Google Shape;303;p15"/>
          <p:cNvSpPr/>
          <p:nvPr/>
        </p:nvSpPr>
        <p:spPr>
          <a:xfrm>
            <a:off x="6583680" y="3035808"/>
            <a:ext cx="4937760" cy="25603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42047"/>
              </a:buClr>
              <a:buSzPts val="1300"/>
              <a:buFont typeface="Courier New"/>
              <a:buNone/>
            </a:pPr>
            <a:r>
              <a:rPr lang="en-US" sz="1300" b="1" i="0" u="none" strike="noStrike" cap="none">
                <a:solidFill>
                  <a:srgbClr val="042047"/>
                </a:solidFill>
                <a:latin typeface="Courier New"/>
                <a:ea typeface="Courier New"/>
                <a:cs typeface="Courier New"/>
                <a:sym typeface="Courier New"/>
              </a:rPr>
              <a:t>App.jsx</a:t>
            </a:r>
            <a:endParaRPr sz="1300" b="0" i="0" u="none" strike="noStrike" cap="none">
              <a:solidFill>
                <a:schemeClr val="dk1"/>
              </a:solidFill>
              <a:latin typeface="Calibri"/>
              <a:ea typeface="Calibri"/>
              <a:cs typeface="Calibri"/>
              <a:sym typeface="Calibri"/>
            </a:endParaRPr>
          </a:p>
        </p:txBody>
      </p:sp>
      <p:sp>
        <p:nvSpPr>
          <p:cNvPr id="304" name="Google Shape;304;p15"/>
          <p:cNvSpPr/>
          <p:nvPr/>
        </p:nvSpPr>
        <p:spPr>
          <a:xfrm>
            <a:off x="6583680" y="3282696"/>
            <a:ext cx="493776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85858"/>
              </a:buClr>
              <a:buSzPts val="1100"/>
              <a:buFont typeface="Calibri"/>
              <a:buNone/>
            </a:pPr>
            <a:r>
              <a:rPr lang="en-US" sz="1100" b="0" i="0" u="none" strike="noStrike" cap="none">
                <a:solidFill>
                  <a:srgbClr val="585858"/>
                </a:solidFill>
                <a:latin typeface="Calibri"/>
                <a:ea typeface="Calibri"/>
                <a:cs typeface="Calibri"/>
                <a:sym typeface="Calibri"/>
              </a:rPr>
              <a:t>BrowserRouter and all the Route paths</a:t>
            </a:r>
            <a:endParaRPr sz="1100" b="0" i="0" u="none" strike="noStrike" cap="none">
              <a:solidFill>
                <a:schemeClr val="dk1"/>
              </a:solidFill>
              <a:latin typeface="Calibri"/>
              <a:ea typeface="Calibri"/>
              <a:cs typeface="Calibri"/>
              <a:sym typeface="Calibri"/>
            </a:endParaRPr>
          </a:p>
        </p:txBody>
      </p:sp>
      <p:sp>
        <p:nvSpPr>
          <p:cNvPr id="305" name="Google Shape;305;p15"/>
          <p:cNvSpPr/>
          <p:nvPr/>
        </p:nvSpPr>
        <p:spPr>
          <a:xfrm>
            <a:off x="6035040" y="3621024"/>
            <a:ext cx="411480" cy="411480"/>
          </a:xfrm>
          <a:prstGeom prst="ellipse">
            <a:avLst/>
          </a:prstGeom>
          <a:solidFill>
            <a:srgbClr val="0D6EF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 name="Google Shape;306;p15"/>
          <p:cNvSpPr/>
          <p:nvPr/>
        </p:nvSpPr>
        <p:spPr>
          <a:xfrm>
            <a:off x="6035040" y="3621024"/>
            <a:ext cx="411480" cy="41148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1300"/>
              <a:buFont typeface="Calibri"/>
              <a:buNone/>
            </a:pPr>
            <a:r>
              <a:rPr lang="en-US" sz="1300" b="1" i="0" u="none" strike="noStrike" cap="none">
                <a:solidFill>
                  <a:srgbClr val="FFFFFF"/>
                </a:solidFill>
                <a:latin typeface="Calibri"/>
                <a:ea typeface="Calibri"/>
                <a:cs typeface="Calibri"/>
                <a:sym typeface="Calibri"/>
              </a:rPr>
              <a:t>3</a:t>
            </a:r>
            <a:endParaRPr sz="1300" b="0" i="0" u="none" strike="noStrike" cap="none">
              <a:solidFill>
                <a:schemeClr val="dk1"/>
              </a:solidFill>
              <a:latin typeface="Calibri"/>
              <a:ea typeface="Calibri"/>
              <a:cs typeface="Calibri"/>
              <a:sym typeface="Calibri"/>
            </a:endParaRPr>
          </a:p>
        </p:txBody>
      </p:sp>
      <p:sp>
        <p:nvSpPr>
          <p:cNvPr id="307" name="Google Shape;307;p15"/>
          <p:cNvSpPr/>
          <p:nvPr/>
        </p:nvSpPr>
        <p:spPr>
          <a:xfrm>
            <a:off x="6583680" y="3602736"/>
            <a:ext cx="4937760" cy="25603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42047"/>
              </a:buClr>
              <a:buSzPts val="1300"/>
              <a:buFont typeface="Courier New"/>
              <a:buNone/>
            </a:pPr>
            <a:r>
              <a:rPr lang="en-US" sz="1300" b="1" i="0" u="none" strike="noStrike" cap="none">
                <a:solidFill>
                  <a:srgbClr val="042047"/>
                </a:solidFill>
                <a:latin typeface="Courier New"/>
                <a:ea typeface="Courier New"/>
                <a:cs typeface="Courier New"/>
                <a:sym typeface="Courier New"/>
              </a:rPr>
              <a:t>Navbar.jsx</a:t>
            </a:r>
            <a:endParaRPr sz="1300" b="0" i="0" u="none" strike="noStrike" cap="none">
              <a:solidFill>
                <a:schemeClr val="dk1"/>
              </a:solidFill>
              <a:latin typeface="Calibri"/>
              <a:ea typeface="Calibri"/>
              <a:cs typeface="Calibri"/>
              <a:sym typeface="Calibri"/>
            </a:endParaRPr>
          </a:p>
        </p:txBody>
      </p:sp>
      <p:sp>
        <p:nvSpPr>
          <p:cNvPr id="308" name="Google Shape;308;p15"/>
          <p:cNvSpPr/>
          <p:nvPr/>
        </p:nvSpPr>
        <p:spPr>
          <a:xfrm>
            <a:off x="6583680" y="3849624"/>
            <a:ext cx="493776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85858"/>
              </a:buClr>
              <a:buSzPts val="1100"/>
              <a:buFont typeface="Calibri"/>
              <a:buNone/>
            </a:pPr>
            <a:r>
              <a:rPr lang="en-US" sz="1100" b="0" i="0" u="none" strike="noStrike" cap="none">
                <a:solidFill>
                  <a:srgbClr val="585858"/>
                </a:solidFill>
                <a:latin typeface="Calibri"/>
                <a:ea typeface="Calibri"/>
                <a:cs typeface="Calibri"/>
                <a:sym typeface="Calibri"/>
              </a:rPr>
              <a:t>Reusable component, shows Login or Logout based on condition</a:t>
            </a:r>
            <a:endParaRPr sz="1100" b="0" i="0" u="none" strike="noStrike" cap="none">
              <a:solidFill>
                <a:schemeClr val="dk1"/>
              </a:solidFill>
              <a:latin typeface="Calibri"/>
              <a:ea typeface="Calibri"/>
              <a:cs typeface="Calibri"/>
              <a:sym typeface="Calibri"/>
            </a:endParaRPr>
          </a:p>
        </p:txBody>
      </p:sp>
      <p:sp>
        <p:nvSpPr>
          <p:cNvPr id="309" name="Google Shape;309;p15"/>
          <p:cNvSpPr/>
          <p:nvPr/>
        </p:nvSpPr>
        <p:spPr>
          <a:xfrm>
            <a:off x="6035040" y="4187952"/>
            <a:ext cx="411480" cy="411480"/>
          </a:xfrm>
          <a:prstGeom prst="ellipse">
            <a:avLst/>
          </a:prstGeom>
          <a:solidFill>
            <a:srgbClr val="0D6EF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 name="Google Shape;310;p15"/>
          <p:cNvSpPr/>
          <p:nvPr/>
        </p:nvSpPr>
        <p:spPr>
          <a:xfrm>
            <a:off x="6035040" y="4187952"/>
            <a:ext cx="411480" cy="41148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1300"/>
              <a:buFont typeface="Calibri"/>
              <a:buNone/>
            </a:pPr>
            <a:r>
              <a:rPr lang="en-US" sz="1300" b="1" i="0" u="none" strike="noStrike" cap="none">
                <a:solidFill>
                  <a:srgbClr val="FFFFFF"/>
                </a:solidFill>
                <a:latin typeface="Calibri"/>
                <a:ea typeface="Calibri"/>
                <a:cs typeface="Calibri"/>
                <a:sym typeface="Calibri"/>
              </a:rPr>
              <a:t>4</a:t>
            </a:r>
            <a:endParaRPr sz="1300" b="0" i="0" u="none" strike="noStrike" cap="none">
              <a:solidFill>
                <a:schemeClr val="dk1"/>
              </a:solidFill>
              <a:latin typeface="Calibri"/>
              <a:ea typeface="Calibri"/>
              <a:cs typeface="Calibri"/>
              <a:sym typeface="Calibri"/>
            </a:endParaRPr>
          </a:p>
        </p:txBody>
      </p:sp>
      <p:sp>
        <p:nvSpPr>
          <p:cNvPr id="311" name="Google Shape;311;p15"/>
          <p:cNvSpPr/>
          <p:nvPr/>
        </p:nvSpPr>
        <p:spPr>
          <a:xfrm>
            <a:off x="6583680" y="4169664"/>
            <a:ext cx="4937760" cy="25603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42047"/>
              </a:buClr>
              <a:buSzPts val="1300"/>
              <a:buFont typeface="Courier New"/>
              <a:buNone/>
            </a:pPr>
            <a:r>
              <a:rPr lang="en-US" sz="1300" b="1" i="0" u="none" strike="noStrike" cap="none">
                <a:solidFill>
                  <a:srgbClr val="042047"/>
                </a:solidFill>
                <a:latin typeface="Courier New"/>
                <a:ea typeface="Courier New"/>
                <a:cs typeface="Courier New"/>
                <a:sym typeface="Courier New"/>
              </a:rPr>
              <a:t>LoginPage.jsx</a:t>
            </a:r>
            <a:endParaRPr sz="1300" b="0" i="0" u="none" strike="noStrike" cap="none">
              <a:solidFill>
                <a:schemeClr val="dk1"/>
              </a:solidFill>
              <a:latin typeface="Calibri"/>
              <a:ea typeface="Calibri"/>
              <a:cs typeface="Calibri"/>
              <a:sym typeface="Calibri"/>
            </a:endParaRPr>
          </a:p>
        </p:txBody>
      </p:sp>
      <p:sp>
        <p:nvSpPr>
          <p:cNvPr id="312" name="Google Shape;312;p15"/>
          <p:cNvSpPr/>
          <p:nvPr/>
        </p:nvSpPr>
        <p:spPr>
          <a:xfrm>
            <a:off x="6583680" y="4416552"/>
            <a:ext cx="493776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85858"/>
              </a:buClr>
              <a:buSzPts val="1100"/>
              <a:buFont typeface="Calibri"/>
              <a:buNone/>
            </a:pPr>
            <a:r>
              <a:rPr lang="en-US" sz="1100" b="0" i="0" u="none" strike="noStrike" cap="none">
                <a:solidFill>
                  <a:srgbClr val="585858"/>
                </a:solidFill>
                <a:latin typeface="Calibri"/>
                <a:ea typeface="Calibri"/>
                <a:cs typeface="Calibri"/>
                <a:sym typeface="Calibri"/>
              </a:rPr>
              <a:t>useState for inputs, useNavigate to redirect after login</a:t>
            </a:r>
            <a:endParaRPr sz="1100" b="0" i="0" u="none" strike="noStrike" cap="none">
              <a:solidFill>
                <a:schemeClr val="dk1"/>
              </a:solidFill>
              <a:latin typeface="Calibri"/>
              <a:ea typeface="Calibri"/>
              <a:cs typeface="Calibri"/>
              <a:sym typeface="Calibri"/>
            </a:endParaRPr>
          </a:p>
        </p:txBody>
      </p:sp>
      <p:sp>
        <p:nvSpPr>
          <p:cNvPr id="313" name="Google Shape;313;p15"/>
          <p:cNvSpPr/>
          <p:nvPr/>
        </p:nvSpPr>
        <p:spPr>
          <a:xfrm>
            <a:off x="6035040" y="4754880"/>
            <a:ext cx="411480" cy="411480"/>
          </a:xfrm>
          <a:prstGeom prst="ellipse">
            <a:avLst/>
          </a:prstGeom>
          <a:solidFill>
            <a:srgbClr val="0D6EF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 name="Google Shape;314;p15"/>
          <p:cNvSpPr/>
          <p:nvPr/>
        </p:nvSpPr>
        <p:spPr>
          <a:xfrm>
            <a:off x="6035040" y="4754880"/>
            <a:ext cx="411480" cy="41148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1300"/>
              <a:buFont typeface="Calibri"/>
              <a:buNone/>
            </a:pPr>
            <a:r>
              <a:rPr lang="en-US" sz="1300" b="1" i="0" u="none" strike="noStrike" cap="none">
                <a:solidFill>
                  <a:srgbClr val="FFFFFF"/>
                </a:solidFill>
                <a:latin typeface="Calibri"/>
                <a:ea typeface="Calibri"/>
                <a:cs typeface="Calibri"/>
                <a:sym typeface="Calibri"/>
              </a:rPr>
              <a:t>5</a:t>
            </a:r>
            <a:endParaRPr sz="1300" b="0" i="0" u="none" strike="noStrike" cap="none">
              <a:solidFill>
                <a:schemeClr val="dk1"/>
              </a:solidFill>
              <a:latin typeface="Calibri"/>
              <a:ea typeface="Calibri"/>
              <a:cs typeface="Calibri"/>
              <a:sym typeface="Calibri"/>
            </a:endParaRPr>
          </a:p>
        </p:txBody>
      </p:sp>
      <p:sp>
        <p:nvSpPr>
          <p:cNvPr id="315" name="Google Shape;315;p15"/>
          <p:cNvSpPr/>
          <p:nvPr/>
        </p:nvSpPr>
        <p:spPr>
          <a:xfrm>
            <a:off x="6583680" y="4736592"/>
            <a:ext cx="4937760" cy="25603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42047"/>
              </a:buClr>
              <a:buSzPts val="1300"/>
              <a:buFont typeface="Courier New"/>
              <a:buNone/>
            </a:pPr>
            <a:r>
              <a:rPr lang="en-US" sz="1300" b="1" i="0" u="none" strike="noStrike" cap="none">
                <a:solidFill>
                  <a:srgbClr val="042047"/>
                </a:solidFill>
                <a:latin typeface="Courier New"/>
                <a:ea typeface="Courier New"/>
                <a:cs typeface="Courier New"/>
                <a:sym typeface="Courier New"/>
              </a:rPr>
              <a:t>ProtectedRoute.jsx</a:t>
            </a:r>
            <a:endParaRPr sz="1300" b="0" i="0" u="none" strike="noStrike" cap="none">
              <a:solidFill>
                <a:schemeClr val="dk1"/>
              </a:solidFill>
              <a:latin typeface="Calibri"/>
              <a:ea typeface="Calibri"/>
              <a:cs typeface="Calibri"/>
              <a:sym typeface="Calibri"/>
            </a:endParaRPr>
          </a:p>
        </p:txBody>
      </p:sp>
      <p:sp>
        <p:nvSpPr>
          <p:cNvPr id="316" name="Google Shape;316;p15"/>
          <p:cNvSpPr/>
          <p:nvPr/>
        </p:nvSpPr>
        <p:spPr>
          <a:xfrm>
            <a:off x="6583680" y="4983480"/>
            <a:ext cx="493776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85858"/>
              </a:buClr>
              <a:buSzPts val="1100"/>
              <a:buFont typeface="Calibri"/>
              <a:buNone/>
            </a:pPr>
            <a:r>
              <a:rPr lang="en-US" sz="1100" b="0" i="0" u="none" strike="noStrike" cap="none">
                <a:solidFill>
                  <a:srgbClr val="585858"/>
                </a:solidFill>
                <a:latin typeface="Calibri"/>
                <a:ea typeface="Calibri"/>
                <a:cs typeface="Calibri"/>
                <a:sym typeface="Calibri"/>
              </a:rPr>
              <a:t>Only 8 lines, blocks the page if user is not logged in</a:t>
            </a:r>
            <a:endParaRPr sz="1100" b="0" i="0" u="none" strike="noStrike" cap="none">
              <a:solidFill>
                <a:schemeClr val="dk1"/>
              </a:solidFill>
              <a:latin typeface="Calibri"/>
              <a:ea typeface="Calibri"/>
              <a:cs typeface="Calibri"/>
              <a:sym typeface="Calibri"/>
            </a:endParaRPr>
          </a:p>
        </p:txBody>
      </p:sp>
      <p:sp>
        <p:nvSpPr>
          <p:cNvPr id="317" name="Google Shape;317;p15"/>
          <p:cNvSpPr/>
          <p:nvPr/>
        </p:nvSpPr>
        <p:spPr>
          <a:xfrm>
            <a:off x="6035040" y="5321808"/>
            <a:ext cx="411480" cy="411480"/>
          </a:xfrm>
          <a:prstGeom prst="ellipse">
            <a:avLst/>
          </a:prstGeom>
          <a:solidFill>
            <a:srgbClr val="0D6EF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 name="Google Shape;318;p15"/>
          <p:cNvSpPr/>
          <p:nvPr/>
        </p:nvSpPr>
        <p:spPr>
          <a:xfrm>
            <a:off x="6035040" y="5321808"/>
            <a:ext cx="411480" cy="41148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1300"/>
              <a:buFont typeface="Calibri"/>
              <a:buNone/>
            </a:pPr>
            <a:r>
              <a:rPr lang="en-US" sz="1300" b="1" i="0" u="none" strike="noStrike" cap="none">
                <a:solidFill>
                  <a:srgbClr val="FFFFFF"/>
                </a:solidFill>
                <a:latin typeface="Calibri"/>
                <a:ea typeface="Calibri"/>
                <a:cs typeface="Calibri"/>
                <a:sym typeface="Calibri"/>
              </a:rPr>
              <a:t>6</a:t>
            </a:r>
            <a:endParaRPr sz="1300" b="0" i="0" u="none" strike="noStrike" cap="none">
              <a:solidFill>
                <a:schemeClr val="dk1"/>
              </a:solidFill>
              <a:latin typeface="Calibri"/>
              <a:ea typeface="Calibri"/>
              <a:cs typeface="Calibri"/>
              <a:sym typeface="Calibri"/>
            </a:endParaRPr>
          </a:p>
        </p:txBody>
      </p:sp>
      <p:sp>
        <p:nvSpPr>
          <p:cNvPr id="319" name="Google Shape;319;p15"/>
          <p:cNvSpPr/>
          <p:nvPr/>
        </p:nvSpPr>
        <p:spPr>
          <a:xfrm>
            <a:off x="6583680" y="5303520"/>
            <a:ext cx="4937760" cy="25603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42047"/>
              </a:buClr>
              <a:buSzPts val="1300"/>
              <a:buFont typeface="Courier New"/>
              <a:buNone/>
            </a:pPr>
            <a:r>
              <a:rPr lang="en-US" sz="1300" b="1" i="0" u="none" strike="noStrike" cap="none">
                <a:solidFill>
                  <a:srgbClr val="042047"/>
                </a:solidFill>
                <a:latin typeface="Courier New"/>
                <a:ea typeface="Courier New"/>
                <a:cs typeface="Courier New"/>
                <a:sym typeface="Courier New"/>
              </a:rPr>
              <a:t>useDebounce.js</a:t>
            </a:r>
            <a:endParaRPr sz="1300" b="0" i="0" u="none" strike="noStrike" cap="none">
              <a:solidFill>
                <a:schemeClr val="dk1"/>
              </a:solidFill>
              <a:latin typeface="Calibri"/>
              <a:ea typeface="Calibri"/>
              <a:cs typeface="Calibri"/>
              <a:sym typeface="Calibri"/>
            </a:endParaRPr>
          </a:p>
        </p:txBody>
      </p:sp>
      <p:sp>
        <p:nvSpPr>
          <p:cNvPr id="320" name="Google Shape;320;p15"/>
          <p:cNvSpPr/>
          <p:nvPr/>
        </p:nvSpPr>
        <p:spPr>
          <a:xfrm>
            <a:off x="6583680" y="5550408"/>
            <a:ext cx="493776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85858"/>
              </a:buClr>
              <a:buSzPts val="1100"/>
              <a:buFont typeface="Calibri"/>
              <a:buNone/>
            </a:pPr>
            <a:r>
              <a:rPr lang="en-US" sz="1100" b="0" i="0" u="none" strike="noStrike" cap="none">
                <a:solidFill>
                  <a:srgbClr val="585858"/>
                </a:solidFill>
                <a:latin typeface="Calibri"/>
                <a:ea typeface="Calibri"/>
                <a:cs typeface="Calibri"/>
                <a:sym typeface="Calibri"/>
              </a:rPr>
              <a:t>Custom hook, stops search running on every keystroke</a:t>
            </a:r>
            <a:endParaRPr sz="1100" b="0" i="0" u="none" strike="noStrike" cap="none">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42047"/>
        </a:solidFill>
        <a:effectLst/>
      </p:bgPr>
    </p:bg>
    <p:spTree>
      <p:nvGrpSpPr>
        <p:cNvPr id="1" name="Shape 362"/>
        <p:cNvGrpSpPr/>
        <p:nvPr/>
      </p:nvGrpSpPr>
      <p:grpSpPr>
        <a:xfrm>
          <a:off x="0" y="0"/>
          <a:ext cx="0" cy="0"/>
          <a:chOff x="0" y="0"/>
          <a:chExt cx="0" cy="0"/>
        </a:xfrm>
      </p:grpSpPr>
      <p:sp>
        <p:nvSpPr>
          <p:cNvPr id="363" name="Google Shape;363;p18"/>
          <p:cNvSpPr/>
          <p:nvPr/>
        </p:nvSpPr>
        <p:spPr>
          <a:xfrm>
            <a:off x="640080" y="411480"/>
            <a:ext cx="10908792" cy="7315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3400"/>
              <a:buFont typeface="Cambria"/>
              <a:buNone/>
            </a:pPr>
            <a:r>
              <a:rPr lang="en-US" sz="3400" b="1" i="0" u="none" strike="noStrike" cap="none">
                <a:solidFill>
                  <a:srgbClr val="FFFFFF"/>
                </a:solidFill>
                <a:latin typeface="Cambria"/>
                <a:ea typeface="Cambria"/>
                <a:cs typeface="Cambria"/>
                <a:sym typeface="Cambria"/>
              </a:rPr>
              <a:t>Future Requirements</a:t>
            </a:r>
            <a:endParaRPr sz="3400" b="0" i="0" u="none" strike="noStrike" cap="none">
              <a:solidFill>
                <a:schemeClr val="dk1"/>
              </a:solidFill>
              <a:latin typeface="Calibri"/>
              <a:ea typeface="Calibri"/>
              <a:cs typeface="Calibri"/>
              <a:sym typeface="Calibri"/>
            </a:endParaRPr>
          </a:p>
        </p:txBody>
      </p:sp>
      <p:sp>
        <p:nvSpPr>
          <p:cNvPr id="364" name="Google Shape;364;p18"/>
          <p:cNvSpPr/>
          <p:nvPr/>
        </p:nvSpPr>
        <p:spPr>
          <a:xfrm>
            <a:off x="640080" y="1115568"/>
            <a:ext cx="10908792" cy="365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BB4D4"/>
              </a:buClr>
              <a:buSzPts val="1500"/>
              <a:buFont typeface="Calibri"/>
              <a:buNone/>
            </a:pPr>
            <a:r>
              <a:rPr lang="en-US" sz="1500" b="0" i="0" u="none" strike="noStrike" cap="none">
                <a:solidFill>
                  <a:srgbClr val="9BB4D4"/>
                </a:solidFill>
                <a:latin typeface="Calibri"/>
                <a:ea typeface="Calibri"/>
                <a:cs typeface="Calibri"/>
                <a:sym typeface="Calibri"/>
              </a:rPr>
              <a:t>What we want to add in the next phase</a:t>
            </a:r>
            <a:endParaRPr sz="1500" b="0" i="0" u="none" strike="noStrike" cap="none">
              <a:solidFill>
                <a:schemeClr val="dk1"/>
              </a:solidFill>
              <a:latin typeface="Calibri"/>
              <a:ea typeface="Calibri"/>
              <a:cs typeface="Calibri"/>
              <a:sym typeface="Calibri"/>
            </a:endParaRPr>
          </a:p>
        </p:txBody>
      </p:sp>
      <p:sp>
        <p:nvSpPr>
          <p:cNvPr id="365" name="Google Shape;365;p18"/>
          <p:cNvSpPr/>
          <p:nvPr/>
        </p:nvSpPr>
        <p:spPr>
          <a:xfrm>
            <a:off x="640080" y="1737360"/>
            <a:ext cx="10908792" cy="1234440"/>
          </a:xfrm>
          <a:prstGeom prst="roundRect">
            <a:avLst>
              <a:gd name="adj" fmla="val 8889"/>
            </a:avLst>
          </a:prstGeom>
          <a:solidFill>
            <a:srgbClr val="0A305F"/>
          </a:solidFill>
          <a:ln w="12700" cap="flat" cmpd="sng">
            <a:solidFill>
              <a:srgbClr val="0D6EF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 name="Google Shape;366;p18"/>
          <p:cNvSpPr/>
          <p:nvPr/>
        </p:nvSpPr>
        <p:spPr>
          <a:xfrm>
            <a:off x="1005840" y="1874520"/>
            <a:ext cx="10177272" cy="9601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CEEFF"/>
              </a:buClr>
              <a:buSzPts val="1600"/>
              <a:buFont typeface="Calibri"/>
              <a:buNone/>
            </a:pPr>
            <a:r>
              <a:rPr lang="en-US" sz="1600" b="0" i="0" u="none" strike="noStrike" cap="none">
                <a:solidFill>
                  <a:srgbClr val="DCEEFF"/>
                </a:solidFill>
                <a:latin typeface="Calibri"/>
                <a:ea typeface="Calibri"/>
                <a:cs typeface="Calibri"/>
                <a:sym typeface="Calibri"/>
              </a:rPr>
              <a:t>Right now our data is stored in JSON files. </a:t>
            </a:r>
            <a:r>
              <a:rPr lang="en-US" sz="1600" b="1" i="0" u="none" strike="noStrike" cap="none">
                <a:solidFill>
                  <a:srgbClr val="FFFFFF"/>
                </a:solidFill>
                <a:latin typeface="Calibri"/>
                <a:ea typeface="Calibri"/>
                <a:cs typeface="Calibri"/>
                <a:sym typeface="Calibri"/>
              </a:rPr>
              <a:t>The main next step is a real backend using Python, either Flask or Django, with a proper database.</a:t>
            </a:r>
            <a:endParaRPr sz="1600" b="0" i="0" u="none" strike="noStrike" cap="none">
              <a:solidFill>
                <a:schemeClr val="dk1"/>
              </a:solidFill>
              <a:latin typeface="Calibri"/>
              <a:ea typeface="Calibri"/>
              <a:cs typeface="Calibri"/>
              <a:sym typeface="Calibri"/>
            </a:endParaRPr>
          </a:p>
        </p:txBody>
      </p:sp>
      <p:sp>
        <p:nvSpPr>
          <p:cNvPr id="367" name="Google Shape;367;p18"/>
          <p:cNvSpPr/>
          <p:nvPr/>
        </p:nvSpPr>
        <p:spPr>
          <a:xfrm>
            <a:off x="640080" y="3200400"/>
            <a:ext cx="3392424" cy="1280160"/>
          </a:xfrm>
          <a:prstGeom prst="roundRect">
            <a:avLst>
              <a:gd name="adj" fmla="val 7143"/>
            </a:avLst>
          </a:prstGeom>
          <a:solidFill>
            <a:srgbClr val="0A305F"/>
          </a:solidFill>
          <a:ln w="12700" cap="flat" cmpd="sng">
            <a:solidFill>
              <a:srgbClr val="16457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 name="Google Shape;368;p18"/>
          <p:cNvSpPr/>
          <p:nvPr/>
        </p:nvSpPr>
        <p:spPr>
          <a:xfrm>
            <a:off x="868680" y="3337560"/>
            <a:ext cx="2935224" cy="3200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8FBBFF"/>
              </a:buClr>
              <a:buSzPts val="1500"/>
              <a:buFont typeface="Calibri"/>
              <a:buNone/>
            </a:pPr>
            <a:r>
              <a:rPr lang="en-US" sz="1500" b="1" i="0" u="none" strike="noStrike" cap="none">
                <a:solidFill>
                  <a:srgbClr val="8FBBFF"/>
                </a:solidFill>
                <a:latin typeface="Calibri"/>
                <a:ea typeface="Calibri"/>
                <a:cs typeface="Calibri"/>
                <a:sym typeface="Calibri"/>
              </a:rPr>
              <a:t>Python Backend</a:t>
            </a:r>
            <a:endParaRPr sz="1500" b="0" i="0" u="none" strike="noStrike" cap="none">
              <a:solidFill>
                <a:schemeClr val="dk1"/>
              </a:solidFill>
              <a:latin typeface="Calibri"/>
              <a:ea typeface="Calibri"/>
              <a:cs typeface="Calibri"/>
              <a:sym typeface="Calibri"/>
            </a:endParaRPr>
          </a:p>
        </p:txBody>
      </p:sp>
      <p:sp>
        <p:nvSpPr>
          <p:cNvPr id="369" name="Google Shape;369;p18"/>
          <p:cNvSpPr/>
          <p:nvPr/>
        </p:nvSpPr>
        <p:spPr>
          <a:xfrm>
            <a:off x="868680" y="3703320"/>
            <a:ext cx="2935224" cy="5943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BB4D4"/>
              </a:buClr>
              <a:buSzPts val="1150"/>
              <a:buFont typeface="Calibri"/>
              <a:buNone/>
            </a:pPr>
            <a:r>
              <a:rPr lang="en-US" sz="1150" b="0" i="0" u="none" strike="noStrike" cap="none">
                <a:solidFill>
                  <a:srgbClr val="9BB4D4"/>
                </a:solidFill>
                <a:latin typeface="Calibri"/>
                <a:ea typeface="Calibri"/>
                <a:cs typeface="Calibri"/>
                <a:sym typeface="Calibri"/>
              </a:rPr>
              <a:t>Flask or Django REST API to handle all the data</a:t>
            </a:r>
            <a:endParaRPr sz="1150" b="0" i="0" u="none" strike="noStrike" cap="none">
              <a:solidFill>
                <a:schemeClr val="dk1"/>
              </a:solidFill>
              <a:latin typeface="Calibri"/>
              <a:ea typeface="Calibri"/>
              <a:cs typeface="Calibri"/>
              <a:sym typeface="Calibri"/>
            </a:endParaRPr>
          </a:p>
        </p:txBody>
      </p:sp>
      <p:sp>
        <p:nvSpPr>
          <p:cNvPr id="370" name="Google Shape;370;p18"/>
          <p:cNvSpPr/>
          <p:nvPr/>
        </p:nvSpPr>
        <p:spPr>
          <a:xfrm>
            <a:off x="4398264" y="3200400"/>
            <a:ext cx="3392424" cy="1280160"/>
          </a:xfrm>
          <a:prstGeom prst="roundRect">
            <a:avLst>
              <a:gd name="adj" fmla="val 7143"/>
            </a:avLst>
          </a:prstGeom>
          <a:solidFill>
            <a:srgbClr val="0A305F"/>
          </a:solidFill>
          <a:ln w="12700" cap="flat" cmpd="sng">
            <a:solidFill>
              <a:srgbClr val="16457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 name="Google Shape;371;p18"/>
          <p:cNvSpPr/>
          <p:nvPr/>
        </p:nvSpPr>
        <p:spPr>
          <a:xfrm>
            <a:off x="4626864" y="3337560"/>
            <a:ext cx="2935224" cy="3200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8FBBFF"/>
              </a:buClr>
              <a:buSzPts val="1500"/>
              <a:buFont typeface="Calibri"/>
              <a:buNone/>
            </a:pPr>
            <a:r>
              <a:rPr lang="en-US" sz="1500" b="1" i="0" u="none" strike="noStrike" cap="none">
                <a:solidFill>
                  <a:srgbClr val="8FBBFF"/>
                </a:solidFill>
                <a:latin typeface="Calibri"/>
                <a:ea typeface="Calibri"/>
                <a:cs typeface="Calibri"/>
                <a:sym typeface="Calibri"/>
              </a:rPr>
              <a:t>Database</a:t>
            </a:r>
            <a:endParaRPr sz="1500" b="0" i="0" u="none" strike="noStrike" cap="none">
              <a:solidFill>
                <a:schemeClr val="dk1"/>
              </a:solidFill>
              <a:latin typeface="Calibri"/>
              <a:ea typeface="Calibri"/>
              <a:cs typeface="Calibri"/>
              <a:sym typeface="Calibri"/>
            </a:endParaRPr>
          </a:p>
        </p:txBody>
      </p:sp>
      <p:sp>
        <p:nvSpPr>
          <p:cNvPr id="372" name="Google Shape;372;p18"/>
          <p:cNvSpPr/>
          <p:nvPr/>
        </p:nvSpPr>
        <p:spPr>
          <a:xfrm>
            <a:off x="4626864" y="3703320"/>
            <a:ext cx="2935224" cy="5943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BB4D4"/>
              </a:buClr>
              <a:buSzPts val="1150"/>
              <a:buFont typeface="Calibri"/>
              <a:buNone/>
            </a:pPr>
            <a:r>
              <a:rPr lang="en-US" sz="1150" b="0" i="0" u="none" strike="noStrike" cap="none">
                <a:solidFill>
                  <a:srgbClr val="9BB4D4"/>
                </a:solidFill>
                <a:latin typeface="Calibri"/>
                <a:ea typeface="Calibri"/>
                <a:cs typeface="Calibri"/>
                <a:sym typeface="Calibri"/>
              </a:rPr>
              <a:t>MySQL or MongoDB so records are saved permanently</a:t>
            </a:r>
            <a:endParaRPr sz="1150" b="0" i="0" u="none" strike="noStrike" cap="none">
              <a:solidFill>
                <a:schemeClr val="dk1"/>
              </a:solidFill>
              <a:latin typeface="Calibri"/>
              <a:ea typeface="Calibri"/>
              <a:cs typeface="Calibri"/>
              <a:sym typeface="Calibri"/>
            </a:endParaRPr>
          </a:p>
        </p:txBody>
      </p:sp>
      <p:sp>
        <p:nvSpPr>
          <p:cNvPr id="373" name="Google Shape;373;p18"/>
          <p:cNvSpPr/>
          <p:nvPr/>
        </p:nvSpPr>
        <p:spPr>
          <a:xfrm>
            <a:off x="8156448" y="3200400"/>
            <a:ext cx="3392424" cy="1280160"/>
          </a:xfrm>
          <a:prstGeom prst="roundRect">
            <a:avLst>
              <a:gd name="adj" fmla="val 7143"/>
            </a:avLst>
          </a:prstGeom>
          <a:solidFill>
            <a:srgbClr val="0A305F"/>
          </a:solidFill>
          <a:ln w="12700" cap="flat" cmpd="sng">
            <a:solidFill>
              <a:srgbClr val="16457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 name="Google Shape;374;p18"/>
          <p:cNvSpPr/>
          <p:nvPr/>
        </p:nvSpPr>
        <p:spPr>
          <a:xfrm>
            <a:off x="8385048" y="3337560"/>
            <a:ext cx="2935224" cy="3200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8FBBFF"/>
              </a:buClr>
              <a:buSzPts val="1500"/>
              <a:buFont typeface="Calibri"/>
              <a:buNone/>
            </a:pPr>
            <a:r>
              <a:rPr lang="en-US" sz="1500" b="1" i="0" u="none" strike="noStrike" cap="none">
                <a:solidFill>
                  <a:srgbClr val="8FBBFF"/>
                </a:solidFill>
                <a:latin typeface="Calibri"/>
                <a:ea typeface="Calibri"/>
                <a:cs typeface="Calibri"/>
                <a:sym typeface="Calibri"/>
              </a:rPr>
              <a:t>Real Authentication</a:t>
            </a:r>
            <a:endParaRPr sz="1500" b="0" i="0" u="none" strike="noStrike" cap="none">
              <a:solidFill>
                <a:schemeClr val="dk1"/>
              </a:solidFill>
              <a:latin typeface="Calibri"/>
              <a:ea typeface="Calibri"/>
              <a:cs typeface="Calibri"/>
              <a:sym typeface="Calibri"/>
            </a:endParaRPr>
          </a:p>
        </p:txBody>
      </p:sp>
      <p:sp>
        <p:nvSpPr>
          <p:cNvPr id="375" name="Google Shape;375;p18"/>
          <p:cNvSpPr/>
          <p:nvPr/>
        </p:nvSpPr>
        <p:spPr>
          <a:xfrm>
            <a:off x="8385048" y="3703320"/>
            <a:ext cx="2935224" cy="5943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BB4D4"/>
              </a:buClr>
              <a:buSzPts val="1150"/>
              <a:buFont typeface="Calibri"/>
              <a:buNone/>
            </a:pPr>
            <a:r>
              <a:rPr lang="en-US" sz="1150" b="0" i="0" u="none" strike="noStrike" cap="none">
                <a:solidFill>
                  <a:srgbClr val="9BB4D4"/>
                </a:solidFill>
                <a:latin typeface="Calibri"/>
                <a:ea typeface="Calibri"/>
                <a:cs typeface="Calibri"/>
                <a:sym typeface="Calibri"/>
              </a:rPr>
              <a:t>JWT tokens and hashed passwords instead of localStorage</a:t>
            </a:r>
            <a:endParaRPr sz="1150" b="0" i="0" u="none" strike="noStrike" cap="none">
              <a:solidFill>
                <a:schemeClr val="dk1"/>
              </a:solidFill>
              <a:latin typeface="Calibri"/>
              <a:ea typeface="Calibri"/>
              <a:cs typeface="Calibri"/>
              <a:sym typeface="Calibri"/>
            </a:endParaRPr>
          </a:p>
        </p:txBody>
      </p:sp>
      <p:sp>
        <p:nvSpPr>
          <p:cNvPr id="376" name="Google Shape;376;p18"/>
          <p:cNvSpPr/>
          <p:nvPr/>
        </p:nvSpPr>
        <p:spPr>
          <a:xfrm>
            <a:off x="640080" y="4754880"/>
            <a:ext cx="3392424" cy="1280160"/>
          </a:xfrm>
          <a:prstGeom prst="roundRect">
            <a:avLst>
              <a:gd name="adj" fmla="val 7143"/>
            </a:avLst>
          </a:prstGeom>
          <a:solidFill>
            <a:srgbClr val="0A305F"/>
          </a:solidFill>
          <a:ln w="12700" cap="flat" cmpd="sng">
            <a:solidFill>
              <a:srgbClr val="16457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 name="Google Shape;377;p18"/>
          <p:cNvSpPr/>
          <p:nvPr/>
        </p:nvSpPr>
        <p:spPr>
          <a:xfrm>
            <a:off x="868680" y="4892040"/>
            <a:ext cx="2935224" cy="3200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8FBBFF"/>
              </a:buClr>
              <a:buSzPts val="1500"/>
              <a:buFont typeface="Calibri"/>
              <a:buNone/>
            </a:pPr>
            <a:r>
              <a:rPr lang="en-US" sz="1500" b="1" i="0" u="none" strike="noStrike" cap="none">
                <a:solidFill>
                  <a:srgbClr val="8FBBFF"/>
                </a:solidFill>
                <a:latin typeface="Calibri"/>
                <a:ea typeface="Calibri"/>
                <a:cs typeface="Calibri"/>
                <a:sym typeface="Calibri"/>
              </a:rPr>
              <a:t>Doctor Panel</a:t>
            </a:r>
            <a:endParaRPr sz="1500" b="0" i="0" u="none" strike="noStrike" cap="none">
              <a:solidFill>
                <a:schemeClr val="dk1"/>
              </a:solidFill>
              <a:latin typeface="Calibri"/>
              <a:ea typeface="Calibri"/>
              <a:cs typeface="Calibri"/>
              <a:sym typeface="Calibri"/>
            </a:endParaRPr>
          </a:p>
        </p:txBody>
      </p:sp>
      <p:sp>
        <p:nvSpPr>
          <p:cNvPr id="378" name="Google Shape;378;p18"/>
          <p:cNvSpPr/>
          <p:nvPr/>
        </p:nvSpPr>
        <p:spPr>
          <a:xfrm>
            <a:off x="868680" y="5257800"/>
            <a:ext cx="2935224" cy="5943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BB4D4"/>
              </a:buClr>
              <a:buSzPts val="1150"/>
              <a:buFont typeface="Calibri"/>
              <a:buNone/>
            </a:pPr>
            <a:r>
              <a:rPr lang="en-US" sz="1150" b="0" i="0" u="none" strike="noStrike" cap="none">
                <a:solidFill>
                  <a:srgbClr val="9BB4D4"/>
                </a:solidFill>
                <a:latin typeface="Calibri"/>
                <a:ea typeface="Calibri"/>
                <a:cs typeface="Calibri"/>
                <a:sym typeface="Calibri"/>
              </a:rPr>
              <a:t>Doctors can login and manage their own schedule</a:t>
            </a:r>
            <a:endParaRPr sz="1150" b="0" i="0" u="none" strike="noStrike" cap="none">
              <a:solidFill>
                <a:schemeClr val="dk1"/>
              </a:solidFill>
              <a:latin typeface="Calibri"/>
              <a:ea typeface="Calibri"/>
              <a:cs typeface="Calibri"/>
              <a:sym typeface="Calibri"/>
            </a:endParaRPr>
          </a:p>
        </p:txBody>
      </p:sp>
      <p:sp>
        <p:nvSpPr>
          <p:cNvPr id="379" name="Google Shape;379;p18"/>
          <p:cNvSpPr/>
          <p:nvPr/>
        </p:nvSpPr>
        <p:spPr>
          <a:xfrm>
            <a:off x="4398264" y="4754880"/>
            <a:ext cx="3392424" cy="1280160"/>
          </a:xfrm>
          <a:prstGeom prst="roundRect">
            <a:avLst>
              <a:gd name="adj" fmla="val 7143"/>
            </a:avLst>
          </a:prstGeom>
          <a:solidFill>
            <a:srgbClr val="0A305F"/>
          </a:solidFill>
          <a:ln w="12700" cap="flat" cmpd="sng">
            <a:solidFill>
              <a:srgbClr val="16457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 name="Google Shape;380;p18"/>
          <p:cNvSpPr/>
          <p:nvPr/>
        </p:nvSpPr>
        <p:spPr>
          <a:xfrm>
            <a:off x="4626864" y="4892040"/>
            <a:ext cx="2935224" cy="3200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8FBBFF"/>
              </a:buClr>
              <a:buSzPts val="1500"/>
              <a:buFont typeface="Calibri"/>
              <a:buNone/>
            </a:pPr>
            <a:r>
              <a:rPr lang="en-US" sz="1500" b="1" i="0" u="none" strike="noStrike" cap="none">
                <a:solidFill>
                  <a:srgbClr val="8FBBFF"/>
                </a:solidFill>
                <a:latin typeface="Calibri"/>
                <a:ea typeface="Calibri"/>
                <a:cs typeface="Calibri"/>
                <a:sym typeface="Calibri"/>
              </a:rPr>
              <a:t>Notifications</a:t>
            </a:r>
            <a:endParaRPr sz="1500" b="0" i="0" u="none" strike="noStrike" cap="none">
              <a:solidFill>
                <a:schemeClr val="dk1"/>
              </a:solidFill>
              <a:latin typeface="Calibri"/>
              <a:ea typeface="Calibri"/>
              <a:cs typeface="Calibri"/>
              <a:sym typeface="Calibri"/>
            </a:endParaRPr>
          </a:p>
        </p:txBody>
      </p:sp>
      <p:sp>
        <p:nvSpPr>
          <p:cNvPr id="381" name="Google Shape;381;p18"/>
          <p:cNvSpPr/>
          <p:nvPr/>
        </p:nvSpPr>
        <p:spPr>
          <a:xfrm>
            <a:off x="4626864" y="5257800"/>
            <a:ext cx="2935224" cy="5943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BB4D4"/>
              </a:buClr>
              <a:buSzPts val="1150"/>
              <a:buFont typeface="Calibri"/>
              <a:buNone/>
            </a:pPr>
            <a:r>
              <a:rPr lang="en-US" sz="1150" b="0" i="0" u="none" strike="noStrike" cap="none">
                <a:solidFill>
                  <a:srgbClr val="9BB4D4"/>
                </a:solidFill>
                <a:latin typeface="Calibri"/>
                <a:ea typeface="Calibri"/>
                <a:cs typeface="Calibri"/>
                <a:sym typeface="Calibri"/>
              </a:rPr>
              <a:t>Email and SMS reminders before appointment</a:t>
            </a:r>
            <a:endParaRPr sz="1150" b="0" i="0" u="none" strike="noStrike" cap="none">
              <a:solidFill>
                <a:schemeClr val="dk1"/>
              </a:solidFill>
              <a:latin typeface="Calibri"/>
              <a:ea typeface="Calibri"/>
              <a:cs typeface="Calibri"/>
              <a:sym typeface="Calibri"/>
            </a:endParaRPr>
          </a:p>
        </p:txBody>
      </p:sp>
      <p:sp>
        <p:nvSpPr>
          <p:cNvPr id="382" name="Google Shape;382;p18"/>
          <p:cNvSpPr/>
          <p:nvPr/>
        </p:nvSpPr>
        <p:spPr>
          <a:xfrm>
            <a:off x="8156448" y="4754880"/>
            <a:ext cx="3392424" cy="1280160"/>
          </a:xfrm>
          <a:prstGeom prst="roundRect">
            <a:avLst>
              <a:gd name="adj" fmla="val 7143"/>
            </a:avLst>
          </a:prstGeom>
          <a:solidFill>
            <a:srgbClr val="0A305F"/>
          </a:solidFill>
          <a:ln w="12700" cap="flat" cmpd="sng">
            <a:solidFill>
              <a:srgbClr val="16457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 name="Google Shape;383;p18"/>
          <p:cNvSpPr/>
          <p:nvPr/>
        </p:nvSpPr>
        <p:spPr>
          <a:xfrm>
            <a:off x="8385048" y="4892040"/>
            <a:ext cx="2935224" cy="3200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8FBBFF"/>
              </a:buClr>
              <a:buSzPts val="1500"/>
              <a:buFont typeface="Calibri"/>
              <a:buNone/>
            </a:pPr>
            <a:r>
              <a:rPr lang="en-US" sz="1500" b="1" i="0" u="none" strike="noStrike" cap="none">
                <a:solidFill>
                  <a:srgbClr val="8FBBFF"/>
                </a:solidFill>
                <a:latin typeface="Calibri"/>
                <a:ea typeface="Calibri"/>
                <a:cs typeface="Calibri"/>
                <a:sym typeface="Calibri"/>
              </a:rPr>
              <a:t>Online Payment</a:t>
            </a:r>
            <a:endParaRPr sz="1500" b="0" i="0" u="none" strike="noStrike" cap="none">
              <a:solidFill>
                <a:schemeClr val="dk1"/>
              </a:solidFill>
              <a:latin typeface="Calibri"/>
              <a:ea typeface="Calibri"/>
              <a:cs typeface="Calibri"/>
              <a:sym typeface="Calibri"/>
            </a:endParaRPr>
          </a:p>
        </p:txBody>
      </p:sp>
      <p:sp>
        <p:nvSpPr>
          <p:cNvPr id="384" name="Google Shape;384;p18"/>
          <p:cNvSpPr/>
          <p:nvPr/>
        </p:nvSpPr>
        <p:spPr>
          <a:xfrm>
            <a:off x="8385048" y="5257800"/>
            <a:ext cx="2935224" cy="5943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BB4D4"/>
              </a:buClr>
              <a:buSzPts val="1150"/>
              <a:buFont typeface="Calibri"/>
              <a:buNone/>
            </a:pPr>
            <a:r>
              <a:rPr lang="en-US" sz="1150" b="0" i="0" u="none" strike="noStrike" cap="none">
                <a:solidFill>
                  <a:srgbClr val="9BB4D4"/>
                </a:solidFill>
                <a:latin typeface="Calibri"/>
                <a:ea typeface="Calibri"/>
                <a:cs typeface="Calibri"/>
                <a:sym typeface="Calibri"/>
              </a:rPr>
              <a:t>Pay consultation fee while booking</a:t>
            </a:r>
            <a:endParaRPr sz="1150" b="0" i="0" u="none" strike="noStrike" cap="none">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42047"/>
        </a:solidFill>
        <a:effectLst/>
      </p:bgPr>
    </p:bg>
    <p:spTree>
      <p:nvGrpSpPr>
        <p:cNvPr id="1" name="Shape 389"/>
        <p:cNvGrpSpPr/>
        <p:nvPr/>
      </p:nvGrpSpPr>
      <p:grpSpPr>
        <a:xfrm>
          <a:off x="0" y="0"/>
          <a:ext cx="0" cy="0"/>
          <a:chOff x="0" y="0"/>
          <a:chExt cx="0" cy="0"/>
        </a:xfrm>
      </p:grpSpPr>
      <p:sp>
        <p:nvSpPr>
          <p:cNvPr id="390" name="Google Shape;390;p19"/>
          <p:cNvSpPr/>
          <p:nvPr/>
        </p:nvSpPr>
        <p:spPr>
          <a:xfrm>
            <a:off x="9966960" y="4023360"/>
            <a:ext cx="3840480" cy="3840480"/>
          </a:xfrm>
          <a:prstGeom prst="ellipse">
            <a:avLst/>
          </a:prstGeom>
          <a:solidFill>
            <a:srgbClr val="0A305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 name="Google Shape;391;p19"/>
          <p:cNvSpPr/>
          <p:nvPr/>
        </p:nvSpPr>
        <p:spPr>
          <a:xfrm>
            <a:off x="-1097280" y="-1280160"/>
            <a:ext cx="3108960" cy="3108960"/>
          </a:xfrm>
          <a:prstGeom prst="ellipse">
            <a:avLst/>
          </a:prstGeom>
          <a:solidFill>
            <a:srgbClr val="0A305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 name="Google Shape;392;p19"/>
          <p:cNvSpPr/>
          <p:nvPr/>
        </p:nvSpPr>
        <p:spPr>
          <a:xfrm>
            <a:off x="0" y="2331720"/>
            <a:ext cx="12188952" cy="100584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6000"/>
              <a:buFont typeface="Cambria"/>
              <a:buNone/>
            </a:pPr>
            <a:r>
              <a:rPr lang="en-US" sz="6000" b="1" i="0" u="none" strike="noStrike" cap="none">
                <a:solidFill>
                  <a:srgbClr val="FFFFFF"/>
                </a:solidFill>
                <a:latin typeface="Cambria"/>
                <a:ea typeface="Cambria"/>
                <a:cs typeface="Cambria"/>
                <a:sym typeface="Cambria"/>
              </a:rPr>
              <a:t>Thank You</a:t>
            </a:r>
            <a:endParaRPr sz="6000" b="0" i="0" u="none" strike="noStrike" cap="none">
              <a:solidFill>
                <a:schemeClr val="dk1"/>
              </a:solidFill>
              <a:latin typeface="Calibri"/>
              <a:ea typeface="Calibri"/>
              <a:cs typeface="Calibri"/>
              <a:sym typeface="Calibri"/>
            </a:endParaRPr>
          </a:p>
        </p:txBody>
      </p:sp>
      <p:sp>
        <p:nvSpPr>
          <p:cNvPr id="394" name="Google Shape;394;p19"/>
          <p:cNvSpPr/>
          <p:nvPr/>
        </p:nvSpPr>
        <p:spPr>
          <a:xfrm>
            <a:off x="0" y="4480560"/>
            <a:ext cx="12188952" cy="36576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9BB4D4"/>
              </a:buClr>
              <a:buSzPts val="1500"/>
              <a:buFont typeface="Calibri"/>
              <a:buNone/>
            </a:pPr>
            <a:r>
              <a:rPr lang="en-US" sz="1500" b="0" i="0" u="none" strike="noStrike" cap="none">
                <a:solidFill>
                  <a:srgbClr val="9BB4D4"/>
                </a:solidFill>
                <a:latin typeface="Calibri"/>
                <a:ea typeface="Calibri"/>
                <a:cs typeface="Calibri"/>
                <a:sym typeface="Calibri"/>
              </a:rPr>
              <a:t>Manikanta  |  Nandini  |  Chaitanya</a:t>
            </a:r>
            <a:endParaRPr sz="1500" b="0" i="0" u="none" strike="noStrike" cap="none">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89</TotalTime>
  <Words>1359</Words>
  <Application>Microsoft Office PowerPoint</Application>
  <PresentationFormat>Widescreen</PresentationFormat>
  <Paragraphs>279</Paragraphs>
  <Slides>16</Slides>
  <Notes>16</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16</vt:i4>
      </vt:variant>
    </vt:vector>
  </HeadingPairs>
  <TitlesOfParts>
    <vt:vector size="21" baseType="lpstr">
      <vt:lpstr>Arial</vt:lpstr>
      <vt:lpstr>Calibri</vt:lpstr>
      <vt:lpstr>Cambria</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Mani Kanta</cp:lastModifiedBy>
  <cp:revision>4</cp:revision>
  <dcterms:modified xsi:type="dcterms:W3CDTF">2026-08-22T04:39:42Z</dcterms:modified>
</cp:coreProperties>
</file>